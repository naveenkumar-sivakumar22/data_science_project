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Default ContentType="image/png" Extension="png"/>
  <Default ContentType="image/jpeg" Extension="jpeg"/>
  <Override ContentType="application/x-fontdata" PartName="/ppt/fonts/font1.fntdata"/>
  <Override ContentType="application/x-fontdata" PartName="/ppt/fonts/font2.fntdata"/>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jpeg" Type="http://schemas.openxmlformats.org/officeDocument/2006/relationships/image"/><Relationship Id="rId2" Target="/ppt/media/image2.png" Type="http://schemas.openxmlformats.org/officeDocument/2006/relationships/image"/><Relationship Id="rId3" Target="ppt/media/img_cc_black.png" Type="http://schemas.openxmlformats.org/officeDocument/2006/relationships/image"/><Relationship Id="rId4" Target="ppt/presentation.xml" Type="http://schemas.openxmlformats.org/officeDocument/2006/relationships/officeDocument"/><Relationship Id="rId5" Target="docProps/core.xml" Type="http://schemas.openxmlformats.org/package/2006/relationships/metadata/core-properties"/><Relationship Id="rId6"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9144000" cy="5143500" type="screen16x9"/>
  <p:notesSz cx="9144000" cy="5143500"/>
  <p:embeddedFontLst>
    <p:embeddedFont>
      <p:font typeface="Open Sans"/>
      <p:regular r:id="rId22"/>
      <p:bold r:id="rId23"/>
    </p:embeddedFont>
  </p:embeddedFontLst>
  <p:custDataLst/>
  <p:defaultTextStyle>
    <a:defPPr>
      <a:defRPr lang="en-US"/>
    </a:defPPr>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0" Target="slides/slide16.xml" Type="http://schemas.openxmlformats.org/officeDocument/2006/relationships/slide"/><Relationship Id="rId21" Target="tableStyles.xml" Type="http://schemas.openxmlformats.org/officeDocument/2006/relationships/tableStyles"/><Relationship Id="rId22" Target="fonts/font1.fntdata" Type="http://schemas.openxmlformats.org/officeDocument/2006/relationships/font"/><Relationship Id="rId23" Target="fonts/font2.fntdata" Type="http://schemas.openxmlformats.org/officeDocument/2006/relationships/font"/><Relationship Id="rId24" Target="presProps.xml" Type="http://schemas.openxmlformats.org/officeDocument/2006/relationships/presProps"/><Relationship Id="rId25"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2" Target="../tags/tag1.xml" Type="http://schemas.openxmlformats.org/officeDocument/2006/relationships/tag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2" Target="../tags/tag2.xml" Type="http://schemas.openxmlformats.org/officeDocument/2006/relationships/tag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title">
  <p:cSld name="Title Slide">
    <p:spTree>
      <p:nvGrpSpPr>
        <p:cNvPr id="1" name=""/>
        <p:cNvGrpSpPr/>
        <p:nvPr/>
      </p:nvGrpSpPr>
      <p:grpSpPr>
        <a:xfrm>
          <a:off x="0" y="0"/>
          <a:ext cx="0" cy="0"/>
          <a:chOff x="0" y="0"/>
          <a:chExt cx="0" cy="0"/>
        </a:xfrm>
      </p:grpSpPr>
      <p:sp>
        <p:nvSpPr>
          <p:cNvPr id="2" name="Title 1">
            <a:extLst>
              <a:ext uri="{B6182D09-53A5-42DB-A6C7-29BD220784F4}">
                <a16:creationId xmlns:a16="http://schemas.microsoft.com/office/drawing/2010/main" id="{07AB60D3-CCE3-4595-B9AF-1E0E116EADBD}"/>
              </a:ext>
            </a:extLst>
          </p:cNvPr>
          <p:cNvSpPr>
            <a:spLocks noGrp="true"/>
          </p:cNvSpPr>
          <p:nvPr>
            <p:ph type="title"/>
          </p:nvPr>
        </p:nvSpPr>
        <p:spPr>
          <a:xfrm rot="0">
            <a:off x="1351643" y="2271771"/>
            <a:ext cx="6436178" cy="776702"/>
          </a:xfrm>
          <a:prstGeom prst="rect">
            <a:avLst/>
          </a:prstGeom>
        </p:spPr>
        <p:txBody>
          <a:bodyPr anchor="b" rtlCol="0"/>
          <a:lstStyle>
            <a:lvl1pPr algn="ctr" lvl="0">
              <a:defRPr dirty="0" lang="en-US" sz="4400"/>
            </a:lvl1pPr>
          </a:lstStyle>
          <a:p>
            <a:pPr/>
            <a:r>
              <a:rPr dirty="0" lang="en-US"/>
              <a:t>Click to edit Master title style</a:t>
            </a:r>
            <a:endParaRPr dirty="0" lang="en-US"/>
          </a:p>
        </p:txBody>
      </p:sp>
      <p:sp>
        <p:nvSpPr>
          <p:cNvPr id="3" name="Subtitle 2">
            <a:extLst>
              <a:ext uri="{BA278430-59A6-457C-8F10-A2F6DAC64C62}">
                <a16:creationId xmlns:a16="http://schemas.microsoft.com/office/drawing/2010/main" id="{2B04B16C-33DE-4483-9ECE-CFFB3139F14F}"/>
              </a:ext>
            </a:extLst>
          </p:cNvPr>
          <p:cNvSpPr>
            <a:spLocks noGrp="true"/>
          </p:cNvSpPr>
          <p:nvPr>
            <p:ph idx="1" type="subTitle"/>
          </p:nvPr>
        </p:nvSpPr>
        <p:spPr>
          <a:xfrm rot="0">
            <a:off x="1351643" y="3056695"/>
            <a:ext cx="6436178" cy="494945"/>
          </a:xfrm>
          <a:prstGeom prst="rect">
            <a:avLst/>
          </a:prstGeom>
        </p:spPr>
        <p:txBody>
          <a:bodyPr anchor="t" lIns="91440" rtlCol="0">
            <a:noAutofit/>
          </a:bodyPr>
          <a:lstStyle>
            <a:lvl1pPr algn="ctr" indent="0" lvl="0" marL="0">
              <a:lnSpc>
                <a:spcPct val="100000"/>
              </a:lnSpc>
              <a:spcBef>
                <a:spcPts val="0"/>
              </a:spcBef>
              <a:buNone/>
              <a:defRPr b="0" baseline="0" dirty="0" i="0" lang="en-US" sz="1400">
                <a:solidFill>
                  <a:schemeClr val="accent1"/>
                </a:solidFill>
                <a:latin typeface="+mn-lt"/>
              </a:defRPr>
            </a:lvl1pPr>
            <a:lvl2pPr algn="ctr" indent="0" lvl="1" marL="457200">
              <a:buNone/>
              <a:defRPr dirty="0" lang="en-US">
                <a:solidFill>
                  <a:schemeClr val="tx1">
                    <a:tint val="75000"/>
                  </a:schemeClr>
                </a:solidFill>
              </a:defRPr>
            </a:lvl2pPr>
            <a:lvl3pPr algn="ctr" indent="0" lvl="2" marL="914400">
              <a:buNone/>
              <a:defRPr dirty="0" lang="en-US">
                <a:solidFill>
                  <a:schemeClr val="tx1">
                    <a:tint val="75000"/>
                  </a:schemeClr>
                </a:solidFill>
              </a:defRPr>
            </a:lvl3pPr>
            <a:lvl4pPr algn="ctr" indent="0" lvl="3" marL="1371600">
              <a:buNone/>
              <a:defRPr dirty="0" lang="en-US">
                <a:solidFill>
                  <a:schemeClr val="tx1">
                    <a:tint val="75000"/>
                  </a:schemeClr>
                </a:solidFill>
              </a:defRPr>
            </a:lvl4pPr>
            <a:lvl5pPr algn="ctr" indent="0" lvl="4" marL="1828800">
              <a:buNone/>
              <a:defRPr dirty="0" lang="en-US">
                <a:solidFill>
                  <a:schemeClr val="tx1">
                    <a:tint val="75000"/>
                  </a:schemeClr>
                </a:solidFill>
              </a:defRPr>
            </a:lvl5pPr>
            <a:lvl6pPr algn="ctr" indent="0" lvl="5" marL="2286000">
              <a:buNone/>
              <a:defRPr dirty="0" lang="en-US">
                <a:solidFill>
                  <a:schemeClr val="tx1">
                    <a:tint val="75000"/>
                  </a:schemeClr>
                </a:solidFill>
              </a:defRPr>
            </a:lvl6pPr>
            <a:lvl7pPr algn="ctr" indent="0" lvl="6" marL="2743200">
              <a:buNone/>
              <a:defRPr dirty="0" lang="en-US">
                <a:solidFill>
                  <a:schemeClr val="tx1">
                    <a:tint val="75000"/>
                  </a:schemeClr>
                </a:solidFill>
              </a:defRPr>
            </a:lvl7pPr>
            <a:lvl8pPr algn="ctr" indent="0" lvl="7" marL="3200400">
              <a:buNone/>
              <a:defRPr dirty="0" lang="en-US">
                <a:solidFill>
                  <a:schemeClr val="tx1">
                    <a:tint val="75000"/>
                  </a:schemeClr>
                </a:solidFill>
              </a:defRPr>
            </a:lvl8pPr>
            <a:lvl9pPr algn="ctr" indent="0" lvl="8" marL="3657600">
              <a:buNone/>
              <a:defRPr dirty="0" lang="en-US">
                <a:solidFill>
                  <a:schemeClr val="tx1">
                    <a:tint val="75000"/>
                  </a:schemeClr>
                </a:solidFill>
              </a:defRPr>
            </a:lvl9pPr>
          </a:lstStyle>
          <a:p>
            <a:pPr/>
            <a:r>
              <a:rPr dirty="0" lang="en-US"/>
              <a:t>Click to edit Master subtitle style</a:t>
            </a:r>
            <a:endParaRPr dirty="0" lang="en-US"/>
          </a:p>
        </p:txBody>
      </p:sp>
      <p:sp>
        <p:nvSpPr>
          <p:cNvPr id="4" name="Slide Number Placeholder 5">
            <a:extLst>
              <a:ext uri="{AC22DF7C-D4CC-42EB-A644-8586C96A11B7}">
                <a16:creationId xmlns:a16="http://schemas.microsoft.com/office/drawing/2010/main" id="{1806267C-860F-4D3D-80AC-7C475F4BA5D4}"/>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34915AE8-D7B5-4FF0-9486-49600B4DCBC1}">
                <a16:creationId xmlns:a16="http://schemas.microsoft.com/office/drawing/2010/main" id="{0AEBAFBC-84DD-43F3-A619-A45830F77478}"/>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A9AAED89-2141-44E0-A747-B8A979D4A637}">
                <a16:creationId xmlns:a16="http://schemas.microsoft.com/office/drawing/2010/main" id="{6A8457D2-D5A4-44AB-9F7F-2E17D67F36FE}"/>
              </a:ext>
            </a:extLst>
          </p:cNvPr>
          <p:cNvSpPr>
            <a:spLocks noGrp="true"/>
          </p:cNvSpPr>
          <p:nvPr>
            <p:ph idx="10" sz="half" type="dt"/>
          </p:nvPr>
        </p:nvSpPr>
        <p:spPr/>
        <p:txBody>
          <a:bodyPr rtlCol="0"/>
          <a:lstStyle>
            <a:lvl1pPr lvl="0"/>
          </a:lstStyle>
          <a:p>
            <a:pPr/>
            <a:r>
              <a:rPr dirty="0" lang="en-US"/>
              <a:t>Date</a:t>
            </a:r>
            <a:endParaRPr dirty="0" lang="en-US"/>
          </a:p>
        </p:txBody>
      </p:sp>
    </p:spTree>
    <p:extLst>
      <p:ext uri="{3AB4B305-B1FF-4B8F-8B4A-1D3187DBB951}">
        <p14:creationId xmlns:p14="http://schemas.microsoft.com/office/powerpoint/2010/main" val="1773830352889"/>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Title 7">
            <a:extLst>
              <a:ext uri="{6EA83836-4510-4536-BE46-4FDE3587B70B}">
                <a16:creationId xmlns:a16="http://schemas.microsoft.com/office/drawing/2010/main" id="{547A1B83-5414-41A3-89F1-14253C8C318A}"/>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80EF5B08-0777-4131-8B0A-43113D9D529C}">
                <a16:creationId xmlns:a16="http://schemas.microsoft.com/office/drawing/2010/main" id="{6B251F0F-A280-44DA-B10E-21F82110FD55}"/>
              </a:ext>
            </a:extLst>
          </p:cNvPr>
          <p:cNvSpPr>
            <a:spLocks noGrp="true"/>
          </p:cNvSpPr>
          <p:nvPr>
            <p:ph idx="1"/>
          </p:nvPr>
        </p:nvSpPr>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Slide Number Placeholder 4">
            <a:extLst>
              <a:ext uri="{20657208-8C72-48FF-AC5C-79F95095F364}">
                <a16:creationId xmlns:a16="http://schemas.microsoft.com/office/drawing/2010/main" id="{D16F71BC-8C92-4294-8BE0-8DBB597E4D42}"/>
              </a:ext>
            </a:extLst>
          </p:cNvPr>
          <p:cNvSpPr>
            <a:spLocks noGrp="true"/>
          </p:cNvSpPr>
          <p:nvPr>
            <p:ph idx="12" sz="quarter" type="sldNum"/>
          </p:nvPr>
        </p:nvSpPr>
        <p:spPr/>
        <p:txBody>
          <a:bodyPr rtlCol="0"/>
          <a:lstStyle/>
          <a:p>
            <a:pPr/>
            <a:r>
              <a:rPr dirty="0" lang="en-US"/>
              <a:t>&lt;#&gt;</a:t>
            </a:r>
            <a:endParaRPr dirty="0" lang="en-US"/>
          </a:p>
        </p:txBody>
      </p:sp>
      <p:sp>
        <p:nvSpPr>
          <p:cNvPr id="5" name="Footer Placeholder 3">
            <a:extLst>
              <a:ext uri="{0528D1EB-304E-4783-ABD7-90F886727F62}">
                <a16:creationId xmlns:a16="http://schemas.microsoft.com/office/drawing/2010/main" id="{23B556DC-3856-4ADF-BF9B-E11827C15264}"/>
              </a:ext>
            </a:extLst>
          </p:cNvPr>
          <p:cNvSpPr>
            <a:spLocks noGrp="true"/>
          </p:cNvSpPr>
          <p:nvPr>
            <p:ph idx="11" sz="quarter" type="ftr"/>
          </p:nvPr>
        </p:nvSpPr>
        <p:spPr/>
        <p:txBody>
          <a:bodyPr rtlCol="0"/>
          <a:lstStyle/>
          <a:p>
            <a:pPr/>
            <a:r>
              <a:rPr dirty="0" lang="en-US"/>
              <a:t>Footer</a:t>
            </a:r>
            <a:endParaRPr dirty="0" lang="en-US"/>
          </a:p>
        </p:txBody>
      </p:sp>
      <p:sp>
        <p:nvSpPr>
          <p:cNvPr id="6" name="Date Placeholder 1">
            <a:extLst>
              <a:ext uri="{A382D570-5F20-4B7E-9CE5-CD34F87F7443}">
                <a16:creationId xmlns:a16="http://schemas.microsoft.com/office/drawing/2010/main" id="{E377566E-9240-4515-9141-57A6E866A1AB}"/>
              </a:ext>
            </a:extLst>
          </p:cNvPr>
          <p:cNvSpPr>
            <a:spLocks noGrp="true"/>
          </p:cNvSpPr>
          <p:nvPr>
            <p:ph idx="10" sz="half" type="dt"/>
          </p:nvPr>
        </p:nvSpPr>
        <p:spPr/>
        <p:txBody>
          <a:bodyPr rtlCol="0"/>
          <a:lstStyle/>
          <a:p>
            <a:pPr/>
            <a:r>
              <a:rPr dirty="0" lang="en-US"/>
              <a:t>Date</a:t>
            </a:r>
            <a:endParaRPr dirty="0" lang="en-US"/>
          </a:p>
        </p:txBody>
      </p:sp>
    </p:spTree>
    <p:extLst>
      <p:ext uri="{39B89F69-6D1D-4447-BE76-E93E9E16A454}">
        <p14:creationId xmlns:p14="http://schemas.microsoft.com/office/powerpoint/2010/main" val="1773830352889"/>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secHead">
  <p:cSld name="Section Header">
    <p:spTree>
      <p:nvGrpSpPr>
        <p:cNvPr id="1" name=""/>
        <p:cNvGrpSpPr/>
        <p:nvPr/>
      </p:nvGrpSpPr>
      <p:grpSpPr>
        <a:xfrm>
          <a:off x="0" y="0"/>
          <a:ext cx="0" cy="0"/>
          <a:chOff x="0" y="0"/>
          <a:chExt cx="0" cy="0"/>
        </a:xfrm>
      </p:grpSpPr>
      <p:sp>
        <p:nvSpPr>
          <p:cNvPr id="2" name="Text Placeholder 2">
            <a:extLst>
              <a:ext uri="{D2839D2F-6508-4768-BBF9-55198D9D9C03}">
                <a16:creationId xmlns:a16="http://schemas.microsoft.com/office/drawing/2010/main" id="{5FE18840-79C9-4D43-9C01-95AD5F2157DD}"/>
              </a:ext>
            </a:extLst>
          </p:cNvPr>
          <p:cNvSpPr>
            <a:spLocks noGrp="true"/>
          </p:cNvSpPr>
          <p:nvPr>
            <p:ph type="body"/>
          </p:nvPr>
        </p:nvSpPr>
        <p:spPr>
          <a:xfrm rot="0">
            <a:off x="762000" y="2192059"/>
            <a:ext cx="7620000" cy="511812"/>
          </a:xfrm>
          <a:prstGeom prst="rect">
            <a:avLst/>
          </a:prstGeom>
        </p:spPr>
        <p:txBody>
          <a:bodyPr anchor="b" rtlCol="0">
            <a:normAutofit/>
          </a:bodyPr>
          <a:lstStyle>
            <a:lvl1pPr indent="0" lvl="0" marL="0">
              <a:lnSpc>
                <a:spcPct val="100000"/>
              </a:lnSpc>
              <a:buNone/>
              <a:defRPr b="0" dirty="0" i="0" lang="en-US" sz="1400">
                <a:solidFill>
                  <a:schemeClr val="accent1"/>
                </a:solidFill>
                <a:latin typeface="+mn-lt"/>
              </a:defRPr>
            </a:lvl1pPr>
            <a:lvl2pPr indent="0" lvl="1" marL="457200">
              <a:buNone/>
              <a:defRPr dirty="0" lang="en-US" sz="1800">
                <a:solidFill>
                  <a:schemeClr val="tx1">
                    <a:tint val="75000"/>
                  </a:schemeClr>
                </a:solidFill>
              </a:defRPr>
            </a:lvl2pPr>
            <a:lvl3pPr indent="0" lvl="2" marL="914400">
              <a:buNone/>
              <a:defRPr dirty="0" lang="en-US" sz="1600">
                <a:solidFill>
                  <a:schemeClr val="tx1">
                    <a:tint val="75000"/>
                  </a:schemeClr>
                </a:solidFill>
              </a:defRPr>
            </a:lvl3pPr>
            <a:lvl4pPr indent="0" lvl="3" marL="1371600">
              <a:buNone/>
              <a:defRPr dirty="0" lang="en-US" sz="1400">
                <a:solidFill>
                  <a:schemeClr val="tx1">
                    <a:tint val="75000"/>
                  </a:schemeClr>
                </a:solidFill>
              </a:defRPr>
            </a:lvl4pPr>
            <a:lvl5pPr indent="0" lvl="4" marL="1828800">
              <a:buNone/>
              <a:defRPr dirty="0" lang="en-US" sz="1400">
                <a:solidFill>
                  <a:schemeClr val="tx1">
                    <a:tint val="75000"/>
                  </a:schemeClr>
                </a:solidFill>
              </a:defRPr>
            </a:lvl5pPr>
            <a:lvl6pPr indent="0" lvl="5" marL="2286000">
              <a:buNone/>
              <a:defRPr dirty="0" lang="en-US" sz="1400">
                <a:solidFill>
                  <a:schemeClr val="tx1">
                    <a:tint val="75000"/>
                  </a:schemeClr>
                </a:solidFill>
              </a:defRPr>
            </a:lvl6pPr>
            <a:lvl7pPr indent="0" lvl="6" marL="2743200">
              <a:buNone/>
              <a:defRPr dirty="0" lang="en-US" sz="1400">
                <a:solidFill>
                  <a:schemeClr val="tx1">
                    <a:tint val="75000"/>
                  </a:schemeClr>
                </a:solidFill>
              </a:defRPr>
            </a:lvl7pPr>
            <a:lvl8pPr indent="0" lvl="7" marL="3200400">
              <a:buNone/>
              <a:defRPr dirty="0" lang="en-US" sz="1400">
                <a:solidFill>
                  <a:schemeClr val="tx1">
                    <a:tint val="75000"/>
                  </a:schemeClr>
                </a:solidFill>
              </a:defRPr>
            </a:lvl8pPr>
            <a:lvl9pPr indent="0" lvl="8" marL="3657600">
              <a:buNone/>
              <a:defRPr dirty="0" lang="en-US" sz="1400">
                <a:solidFill>
                  <a:schemeClr val="tx1">
                    <a:tint val="75000"/>
                  </a:schemeClr>
                </a:solidFill>
              </a:defRPr>
            </a:lvl9pPr>
          </a:lstStyle>
          <a:p>
            <a:pPr lvl="0"/>
            <a:r>
              <a:rPr dirty="0" lang="en-US"/>
              <a:t>Click to edit Master text styles</a:t>
            </a:r>
            <a:endParaRPr dirty="0" lang="en-US"/>
          </a:p>
        </p:txBody>
      </p:sp>
      <p:sp>
        <p:nvSpPr>
          <p:cNvPr hidden="false" id="3" name="Title 1">
            <a:extLst>
              <a:ext uri="{BF09BCDB-2C7D-4739-B8D6-45338141BBF5}">
                <a16:creationId xmlns:a16="http://schemas.microsoft.com/office/drawing/2010/main" id="{1E9DE11E-9543-4B66-8651-92C03F26E915}"/>
              </a:ext>
            </a:extLst>
          </p:cNvPr>
          <p:cNvSpPr>
            <a:spLocks noGrp="true"/>
          </p:cNvSpPr>
          <p:nvPr>
            <p:ph idx="1" type="title"/>
          </p:nvPr>
        </p:nvSpPr>
        <p:spPr>
          <a:xfrm rot="0">
            <a:off x="762000" y="2735662"/>
            <a:ext cx="7620000" cy="882263"/>
          </a:xfrm>
          <a:prstGeom prst="rect">
            <a:avLst/>
          </a:prstGeom>
        </p:spPr>
        <p:txBody>
          <a:bodyPr anchor="t" rtlCol="0"/>
          <a:lstStyle>
            <a:lvl1pPr lvl="0">
              <a:defRPr dirty="0" lang="en-US" sz="4000"/>
            </a:lvl1pPr>
          </a:lstStyle>
          <a:p>
            <a:pPr/>
            <a:r>
              <a:rPr dirty="0" lang="en-US"/>
              <a:t>Click to edit Master title style</a:t>
            </a:r>
            <a:endParaRPr dirty="0" lang="en-US"/>
          </a:p>
        </p:txBody>
      </p:sp>
      <p:sp>
        <p:nvSpPr>
          <p:cNvPr id="4" name="Slide Number Placeholder 5">
            <a:extLst>
              <a:ext uri="{B72E9A81-BD66-478D-AD22-944DBA4A7F9A}">
                <a16:creationId xmlns:a16="http://schemas.microsoft.com/office/drawing/2010/main" id="{5272425F-C6A5-44B8-AA58-6DBA27C77FB7}"/>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12A74021-5571-4FD3-BFEC-776B5C876A5E}">
                <a16:creationId xmlns:a16="http://schemas.microsoft.com/office/drawing/2010/main" id="{4EE81D1B-0FFA-41E1-88E6-0BE96B1073E8}"/>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CE0861FE-3862-4866-8472-BBF64728801D}">
                <a16:creationId xmlns:a16="http://schemas.microsoft.com/office/drawing/2010/main" id="{C4CB2209-20B8-4FC6-AE83-1B0C87A48400}"/>
              </a:ext>
            </a:extLst>
          </p:cNvPr>
          <p:cNvSpPr>
            <a:spLocks noGrp="true"/>
          </p:cNvSpPr>
          <p:nvPr>
            <p:ph idx="10" sz="half" type="dt"/>
          </p:nvPr>
        </p:nvSpPr>
        <p:spPr/>
        <p:txBody>
          <a:bodyPr rtlCol="0"/>
          <a:lstStyle>
            <a:lvl1pPr lvl="0"/>
          </a:lstStyle>
          <a:p>
            <a:pPr/>
            <a:r>
              <a:rPr dirty="0" lang="en-US"/>
              <a:t>Date</a:t>
            </a:r>
            <a:endParaRPr dirty="0" lang="en-US"/>
          </a:p>
        </p:txBody>
      </p:sp>
    </p:spTree>
    <p:extLst>
      <p:ext uri="{0C1312C1-80A6-4C7A-9BF2-15172167DF51}">
        <p14:creationId xmlns:p14="http://schemas.microsoft.com/office/powerpoint/2010/main" val="1773830352890"/>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sp>
        <p:nvSpPr>
          <p:cNvPr id="2" name="Title 1">
            <a:extLst>
              <a:ext uri="{372086B1-E4D4-4E2C-B9C6-58E555FDE4FF}">
                <a16:creationId xmlns:a16="http://schemas.microsoft.com/office/drawing/2010/main" id="{40E33CBB-05E3-455B-B424-9DBA4A3D7CD4}"/>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9C08C3B3-E988-49E2-A72C-4145BCC755D3}">
                <a16:creationId xmlns:a16="http://schemas.microsoft.com/office/drawing/2010/main" id="{DB28C20B-A6C7-488A-B91F-BDE76DAAC6FB}"/>
              </a:ext>
            </a:extLst>
          </p:cNvPr>
          <p:cNvSpPr>
            <a:spLocks noGrp="true"/>
          </p:cNvSpPr>
          <p:nvPr>
            <p:ph idx="1"/>
          </p:nvPr>
        </p:nvSpPr>
        <p:spPr>
          <a:xfrm rot="0">
            <a:off x="762000"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Content Placeholder 2">
            <a:extLst>
              <a:ext uri="{A1AD7F3A-71A7-4F8C-A804-C96B117EE946}">
                <a16:creationId xmlns:a16="http://schemas.microsoft.com/office/drawing/2010/main" id="{EA791EB9-C4D2-4EB7-AD96-3EE417F80A85}"/>
              </a:ext>
            </a:extLst>
          </p:cNvPr>
          <p:cNvSpPr>
            <a:spLocks noGrp="true"/>
          </p:cNvSpPr>
          <p:nvPr>
            <p:ph idx="2"/>
          </p:nvPr>
        </p:nvSpPr>
        <p:spPr>
          <a:xfrm rot="0">
            <a:off x="4752975"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6">
            <a:extLst>
              <a:ext uri="{53A24816-FD3C-44C5-B505-B7A8E303924B}">
                <a16:creationId xmlns:a16="http://schemas.microsoft.com/office/drawing/2010/main" id="{7C5081A3-7CAC-410D-87B9-6929C05833F9}"/>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5">
            <a:extLst>
              <a:ext uri="{275D432B-307E-4883-B08C-91785A5053D3}">
                <a16:creationId xmlns:a16="http://schemas.microsoft.com/office/drawing/2010/main" id="{41C84B45-09C5-4132-8860-AC48D0B3B336}"/>
              </a:ext>
            </a:extLst>
          </p:cNvPr>
          <p:cNvSpPr>
            <a:spLocks noGrp="true"/>
          </p:cNvSpPr>
          <p:nvPr>
            <p:ph idx="11" sz="quarter" type="ftr"/>
          </p:nvPr>
        </p:nvSpPr>
        <p:spPr/>
        <p:txBody>
          <a:bodyPr rtlCol="0"/>
          <a:lstStyle/>
          <a:p>
            <a:pPr/>
            <a:r>
              <a:rPr dirty="0" lang="en-US"/>
              <a:t>Footer</a:t>
            </a:r>
            <a:endParaRPr dirty="0" lang="en-US"/>
          </a:p>
        </p:txBody>
      </p:sp>
      <p:sp>
        <p:nvSpPr>
          <p:cNvPr id="7" name="Date Placeholder 4">
            <a:extLst>
              <a:ext uri="{E458466E-E1E1-46EE-883B-B2B63ADD0E01}">
                <a16:creationId xmlns:a16="http://schemas.microsoft.com/office/drawing/2010/main" id="{35DFB694-48EC-4A1D-91D8-C7F3D4AE85AF}"/>
              </a:ext>
            </a:extLst>
          </p:cNvPr>
          <p:cNvSpPr>
            <a:spLocks noGrp="true"/>
          </p:cNvSpPr>
          <p:nvPr>
            <p:ph idx="10" sz="half" type="dt"/>
          </p:nvPr>
        </p:nvSpPr>
        <p:spPr/>
        <p:txBody>
          <a:bodyPr rtlCol="0"/>
          <a:lstStyle/>
          <a:p>
            <a:pPr/>
            <a:r>
              <a:rPr dirty="0" lang="en-US"/>
              <a:t>Date</a:t>
            </a:r>
            <a:endParaRPr dirty="0" lang="en-US"/>
          </a:p>
        </p:txBody>
      </p:sp>
    </p:spTree>
    <p:extLst>
      <p:ext uri="{41A5FEF6-51DB-40FB-A702-7B5361FAA67E}">
        <p14:creationId xmlns:p14="http://schemas.microsoft.com/office/powerpoint/2010/main" val="1773830352890"/>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Text Placeholder 2">
            <a:extLst>
              <a:ext uri="{B83A62BF-18D6-4B0C-9393-240B65D9BFED}">
                <a16:creationId xmlns:a16="http://schemas.microsoft.com/office/drawing/2010/main" id="{BDAB6748-3236-4250-AEF1-4558BC27B503}"/>
              </a:ext>
            </a:extLst>
          </p:cNvPr>
          <p:cNvSpPr>
            <a:spLocks noGrp="true"/>
          </p:cNvSpPr>
          <p:nvPr>
            <p:ph type="body"/>
          </p:nvPr>
        </p:nvSpPr>
        <p:spPr>
          <a:xfrm rot="0">
            <a:off x="762000"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3" name="Text Placeholder 4">
            <a:extLst>
              <a:ext uri="{B7C127F8-1C9A-4E9A-80B8-0F89F5061588}">
                <a16:creationId xmlns:a16="http://schemas.microsoft.com/office/drawing/2010/main" id="{4ECFDA7A-5DD5-4912-A511-2D34047CCED9}"/>
              </a:ext>
            </a:extLst>
          </p:cNvPr>
          <p:cNvSpPr>
            <a:spLocks noGrp="true"/>
          </p:cNvSpPr>
          <p:nvPr>
            <p:ph idx="1" type="body"/>
          </p:nvPr>
        </p:nvSpPr>
        <p:spPr>
          <a:xfrm rot="0">
            <a:off x="4754717"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4" name="Content Placeholder 2">
            <a:extLst>
              <a:ext uri="{2A732A79-15B2-481F-8A7C-AFE39ADDBCAF}">
                <a16:creationId xmlns:a16="http://schemas.microsoft.com/office/drawing/2010/main" id="{91D5F9C8-5023-4597-840D-80C93924185D}"/>
              </a:ext>
            </a:extLst>
          </p:cNvPr>
          <p:cNvSpPr>
            <a:spLocks noGrp="true"/>
          </p:cNvSpPr>
          <p:nvPr>
            <p:ph idx="2"/>
          </p:nvPr>
        </p:nvSpPr>
        <p:spPr>
          <a:xfrm rot="0">
            <a:off x="762000"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Title 1">
            <a:extLst>
              <a:ext uri="{06A6EB3E-1450-43F6-A7EF-27FC1944AA30}">
                <a16:creationId xmlns:a16="http://schemas.microsoft.com/office/drawing/2010/main" id="{A967010D-4452-43D1-8877-90DA0CC5A5B6}"/>
              </a:ext>
            </a:extLst>
          </p:cNvPr>
          <p:cNvSpPr>
            <a:spLocks noGrp="true"/>
          </p:cNvSpPr>
          <p:nvPr>
            <p:ph idx="3" type="title"/>
          </p:nvPr>
        </p:nvSpPr>
        <p:spPr/>
        <p:txBody>
          <a:bodyPr rtlCol="0"/>
          <a:lstStyle>
            <a:lvl1pPr lvl="0"/>
          </a:lstStyle>
          <a:p>
            <a:pPr/>
            <a:r>
              <a:rPr dirty="0" lang="en-US"/>
              <a:t>Click to edit Master title style</a:t>
            </a:r>
            <a:endParaRPr dirty="0" lang="en-US"/>
          </a:p>
        </p:txBody>
      </p:sp>
      <p:sp>
        <p:nvSpPr>
          <p:cNvPr id="6" name="Content Placeholder 2">
            <a:extLst>
              <a:ext uri="{57026483-A532-4C4F-9D83-3DB04CE2CBF4}">
                <a16:creationId xmlns:a16="http://schemas.microsoft.com/office/drawing/2010/main" id="{6CF1B421-D9E4-4124-8F1C-CA048F096A2C}"/>
              </a:ext>
            </a:extLst>
          </p:cNvPr>
          <p:cNvSpPr>
            <a:spLocks noGrp="true"/>
          </p:cNvSpPr>
          <p:nvPr>
            <p:ph idx="4"/>
          </p:nvPr>
        </p:nvSpPr>
        <p:spPr>
          <a:xfrm rot="0">
            <a:off x="4751443"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Date Placeholder 4">
            <a:extLst>
              <a:ext uri="{324FD3D6-7E24-4538-9292-62883206BFD6}">
                <a16:creationId xmlns:a16="http://schemas.microsoft.com/office/drawing/2010/main" id="{6B9C7C0E-50B3-4643-AEB7-E76171478BF0}"/>
              </a:ext>
            </a:extLst>
          </p:cNvPr>
          <p:cNvSpPr>
            <a:spLocks noGrp="true"/>
          </p:cNvSpPr>
          <p:nvPr>
            <p:ph idx="10" sz="half" type="dt"/>
          </p:nvPr>
        </p:nvSpPr>
        <p:spPr/>
        <p:txBody>
          <a:bodyPr rtlCol="0"/>
          <a:lstStyle/>
          <a:p>
            <a:pPr/>
            <a:r>
              <a:rPr dirty="0" lang="en-US"/>
              <a:t>Date</a:t>
            </a:r>
            <a:endParaRPr dirty="0" lang="en-US"/>
          </a:p>
        </p:txBody>
      </p:sp>
      <p:sp>
        <p:nvSpPr>
          <p:cNvPr id="8" name="Footer Placeholder 5">
            <a:extLst>
              <a:ext uri="{4A29A05E-ED56-4A3C-BF4C-53ABEA5ADA9B}">
                <a16:creationId xmlns:a16="http://schemas.microsoft.com/office/drawing/2010/main" id="{19182462-A6B9-41BC-926C-9E2A1A4F771E}"/>
              </a:ext>
            </a:extLst>
          </p:cNvPr>
          <p:cNvSpPr>
            <a:spLocks noGrp="true"/>
          </p:cNvSpPr>
          <p:nvPr>
            <p:ph idx="11" sz="quarter" type="ftr"/>
          </p:nvPr>
        </p:nvSpPr>
        <p:spPr/>
        <p:txBody>
          <a:bodyPr rtlCol="0"/>
          <a:lstStyle/>
          <a:p>
            <a:pPr/>
            <a:r>
              <a:rPr dirty="0" lang="en-US"/>
              <a:t>Footer</a:t>
            </a:r>
            <a:endParaRPr dirty="0" lang="en-US"/>
          </a:p>
        </p:txBody>
      </p:sp>
      <p:sp>
        <p:nvSpPr>
          <p:cNvPr id="9" name="Slide Number Placeholder 6">
            <a:extLst>
              <a:ext uri="{0AC4780F-901F-4ED1-A14A-B1879AF9C600}">
                <a16:creationId xmlns:a16="http://schemas.microsoft.com/office/drawing/2010/main" id="{690BC4C1-9935-4207-A3BF-2EC6B074156B}"/>
              </a:ext>
            </a:extLst>
          </p:cNvPr>
          <p:cNvSpPr>
            <a:spLocks noGrp="true"/>
          </p:cNvSpPr>
          <p:nvPr>
            <p:ph idx="12" sz="quarter" type="sldNum"/>
          </p:nvPr>
        </p:nvSpPr>
        <p:spPr/>
        <p:txBody>
          <a:bodyPr rtlCol="0"/>
          <a:lstStyle/>
          <a:p>
            <a:pPr/>
            <a:r>
              <a:rPr dirty="0" lang="en-US"/>
              <a:t>&lt;#&gt;</a:t>
            </a:r>
            <a:endParaRPr dirty="0" lang="en-US"/>
          </a:p>
        </p:txBody>
      </p:sp>
    </p:spTree>
    <p:extLst>
      <p:ext uri="{FC4B62B7-3529-4802-9B25-13B786FA4387}">
        <p14:creationId xmlns:p14="http://schemas.microsoft.com/office/powerpoint/2010/main" val="1773830352891"/>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Title 1">
            <a:extLst>
              <a:ext uri="{E7AB97CB-D55E-4E75-A3A1-3EC4BC91E69D}">
                <a16:creationId xmlns:a16="http://schemas.microsoft.com/office/drawing/2010/main" id="{A10BBC87-20FF-45DE-A7FE-CA5CAC14F8D9}"/>
              </a:ext>
            </a:extLst>
          </p:cNvPr>
          <p:cNvSpPr>
            <a:spLocks noGrp="true"/>
          </p:cNvSpPr>
          <p:nvPr>
            <p:ph type="title"/>
          </p:nvPr>
        </p:nvSpPr>
        <p:spPr>
          <a:xfrm rot="0">
            <a:off x="762000" y="1914525"/>
            <a:ext cx="7620000" cy="857250"/>
          </a:xfrm>
        </p:spPr>
        <p:txBody>
          <a:bodyPr anchor="ctr" rtlCol="0"/>
          <a:lstStyle>
            <a:lvl1pPr algn="ctr" lvl="0">
              <a:defRPr dirty="0" lang="en-US" sz="3600"/>
            </a:lvl1pPr>
          </a:lstStyle>
          <a:p>
            <a:pPr/>
            <a:r>
              <a:rPr dirty="0" lang="en-US"/>
              <a:t>Click to edit Master title style</a:t>
            </a:r>
            <a:endParaRPr dirty="0" lang="en-US"/>
          </a:p>
        </p:txBody>
      </p:sp>
      <p:sp>
        <p:nvSpPr>
          <p:cNvPr id="3" name="Slide Number Placeholder 3">
            <a:extLst>
              <a:ext uri="{EF38CD27-1161-4F93-9BA0-C1995BF56818}">
                <a16:creationId xmlns:a16="http://schemas.microsoft.com/office/drawing/2010/main" id="{F79CB4E3-F004-483C-833D-19DB0B0672D0}"/>
              </a:ext>
            </a:extLst>
          </p:cNvPr>
          <p:cNvSpPr>
            <a:spLocks noGrp="true"/>
          </p:cNvSpPr>
          <p:nvPr>
            <p:ph idx="12" sz="quarter" type="sldNum"/>
          </p:nvPr>
        </p:nvSpPr>
        <p:spPr/>
        <p:txBody>
          <a:bodyPr rtlCol="0"/>
          <a:lstStyle/>
          <a:p>
            <a:pPr/>
            <a:r>
              <a:rPr dirty="0" lang="en-US"/>
              <a:t>&lt;#&gt;</a:t>
            </a:r>
            <a:endParaRPr dirty="0" lang="en-US"/>
          </a:p>
        </p:txBody>
      </p:sp>
      <p:sp>
        <p:nvSpPr>
          <p:cNvPr id="4" name="Footer Placeholder 2">
            <a:extLst>
              <a:ext uri="{FB8AD0C2-43D1-467F-97E6-9011F7514BA1}">
                <a16:creationId xmlns:a16="http://schemas.microsoft.com/office/drawing/2010/main" id="{3147285E-66A3-4574-AF8A-E92619864097}"/>
              </a:ext>
            </a:extLst>
          </p:cNvPr>
          <p:cNvSpPr>
            <a:spLocks noGrp="true"/>
          </p:cNvSpPr>
          <p:nvPr>
            <p:ph idx="11" sz="quarter" type="ftr"/>
          </p:nvPr>
        </p:nvSpPr>
        <p:spPr/>
        <p:txBody>
          <a:bodyPr rtlCol="0"/>
          <a:lstStyle/>
          <a:p>
            <a:pPr/>
            <a:r>
              <a:rPr dirty="0" lang="en-US"/>
              <a:t>Footer</a:t>
            </a:r>
            <a:endParaRPr dirty="0" lang="en-US"/>
          </a:p>
        </p:txBody>
      </p:sp>
      <p:sp>
        <p:nvSpPr>
          <p:cNvPr id="5" name="Date Placeholder 1">
            <a:extLst>
              <a:ext uri="{BCEE4BCC-2065-40BC-91C4-ADA752DF9467}">
                <a16:creationId xmlns:a16="http://schemas.microsoft.com/office/drawing/2010/main" id="{B0586B48-1E7A-459B-AC18-77E2311ABF5A}"/>
              </a:ext>
            </a:extLst>
          </p:cNvPr>
          <p:cNvSpPr>
            <a:spLocks noGrp="true"/>
          </p:cNvSpPr>
          <p:nvPr>
            <p:ph idx="10" sz="half" type="dt"/>
          </p:nvPr>
        </p:nvSpPr>
        <p:spPr/>
        <p:txBody>
          <a:bodyPr rtlCol="0"/>
          <a:lstStyle/>
          <a:p>
            <a:pPr/>
            <a:r>
              <a:rPr dirty="0" lang="en-US"/>
              <a:t>Date</a:t>
            </a:r>
            <a:endParaRPr dirty="0" lang="en-US"/>
          </a:p>
        </p:txBody>
      </p:sp>
    </p:spTree>
    <p:extLst>
      <p:ext uri="{6966C168-3291-4739-BDFF-FC7C83C71C3D}">
        <p14:creationId xmlns:p14="http://schemas.microsoft.com/office/powerpoint/2010/main" val="1773830352892"/>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blank">
  <p:cSld name="Blank">
    <p:spTree>
      <p:nvGrpSpPr>
        <p:cNvPr id="1" name=""/>
        <p:cNvGrpSpPr/>
        <p:nvPr/>
      </p:nvGrpSpPr>
      <p:grpSpPr>
        <a:xfrm>
          <a:off x="0" y="0"/>
          <a:ext cx="0" cy="0"/>
          <a:chOff x="0" y="0"/>
          <a:chExt cx="0" cy="0"/>
        </a:xfrm>
      </p:grpSpPr>
      <p:sp>
        <p:nvSpPr>
          <p:cNvPr id="2" name="Slide Number Placeholder 3">
            <a:extLst>
              <a:ext uri="{BCC01C0E-9F6F-4733-AD2F-27C6AA8CC9A1}">
                <a16:creationId xmlns:a16="http://schemas.microsoft.com/office/drawing/2010/main" id="{C44D8F36-DBC8-4FD0-8958-3A1F9B9BFEA4}"/>
              </a:ext>
            </a:extLst>
          </p:cNvPr>
          <p:cNvSpPr>
            <a:spLocks noGrp="true"/>
          </p:cNvSpPr>
          <p:nvPr>
            <p:ph idx="12" sz="quarter" type="sldNum"/>
          </p:nvPr>
        </p:nvSpPr>
        <p:spPr/>
        <p:txBody>
          <a:bodyPr rtlCol="0"/>
          <a:lstStyle/>
          <a:p>
            <a:pPr/>
            <a:r>
              <a:rPr dirty="0" lang="en-US"/>
              <a:t>&lt;#&gt;</a:t>
            </a:r>
            <a:endParaRPr dirty="0" lang="en-US"/>
          </a:p>
        </p:txBody>
      </p:sp>
      <p:sp>
        <p:nvSpPr>
          <p:cNvPr id="3" name="Footer Placeholder 2">
            <a:extLst>
              <a:ext uri="{24C57FF1-7CBA-4602-8105-31A877605448}">
                <a16:creationId xmlns:a16="http://schemas.microsoft.com/office/drawing/2010/main" id="{8A4C6FD9-3457-43A2-9F37-3E866E619CCC}"/>
              </a:ext>
            </a:extLst>
          </p:cNvPr>
          <p:cNvSpPr>
            <a:spLocks noGrp="true"/>
          </p:cNvSpPr>
          <p:nvPr>
            <p:ph idx="11" sz="quarter" type="ftr"/>
          </p:nvPr>
        </p:nvSpPr>
        <p:spPr/>
        <p:txBody>
          <a:bodyPr rtlCol="0"/>
          <a:lstStyle/>
          <a:p>
            <a:pPr/>
            <a:r>
              <a:rPr dirty="0" lang="en-US"/>
              <a:t>Footer</a:t>
            </a:r>
            <a:endParaRPr dirty="0" lang="en-US"/>
          </a:p>
        </p:txBody>
      </p:sp>
      <p:sp>
        <p:nvSpPr>
          <p:cNvPr id="4" name="Date Placeholder 1">
            <a:extLst>
              <a:ext uri="{6735FC8B-5534-46E1-A40E-E52D60EDD4D3}">
                <a16:creationId xmlns:a16="http://schemas.microsoft.com/office/drawing/2010/main" id="{3ECF6C9C-B89A-4FC7-89EA-9975E02D9BDA}"/>
              </a:ext>
            </a:extLst>
          </p:cNvPr>
          <p:cNvSpPr>
            <a:spLocks noGrp="true"/>
          </p:cNvSpPr>
          <p:nvPr>
            <p:ph idx="10" sz="half" type="dt"/>
          </p:nvPr>
        </p:nvSpPr>
        <p:spPr/>
        <p:txBody>
          <a:bodyPr rtlCol="0"/>
          <a:lstStyle/>
          <a:p>
            <a:pPr/>
            <a:r>
              <a:rPr dirty="0" lang="en-US"/>
              <a:t>Date</a:t>
            </a:r>
            <a:endParaRPr dirty="0" lang="en-US"/>
          </a:p>
        </p:txBody>
      </p:sp>
    </p:spTree>
    <p:extLst>
      <p:ext uri="{25A6E0AE-3143-425F-9367-582110798A4E}">
        <p14:creationId xmlns:p14="http://schemas.microsoft.com/office/powerpoint/2010/main" val="1773830352892"/>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objTx">
  <p:cSld name="Content with Caption">
    <p:spTree>
      <p:nvGrpSpPr>
        <p:cNvPr id="1" name=""/>
        <p:cNvGrpSpPr/>
        <p:nvPr/>
      </p:nvGrpSpPr>
      <p:grpSpPr>
        <a:xfrm>
          <a:off x="0" y="0"/>
          <a:ext cx="0" cy="0"/>
          <a:chOff x="0" y="0"/>
          <a:chExt cx="0" cy="0"/>
        </a:xfrm>
      </p:grpSpPr>
      <p:sp>
        <p:nvSpPr>
          <p:cNvPr id="2" name="Title 1">
            <a:extLst>
              <a:ext uri="{EA693610-68B5-428E-B3FC-36FFEB14C8B9}">
                <a16:creationId xmlns:a16="http://schemas.microsoft.com/office/drawing/2010/main" id="{ECB96A19-502F-4F16-AC0F-CAFA0E537E6F}"/>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Text Placeholder 3">
            <a:extLst>
              <a:ext uri="{F6F32865-DAC9-462D-8E40-3BF58B7BEB73}">
                <a16:creationId xmlns:a16="http://schemas.microsoft.com/office/drawing/2010/main" id="{6F059B69-3B0E-4153-A3FF-AF904218D1CB}"/>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4" name="Content Placeholder 2">
            <a:extLst>
              <a:ext uri="{C92F5814-6946-461A-B592-93BED9B43EE6}">
                <a16:creationId xmlns:a16="http://schemas.microsoft.com/office/drawing/2010/main" id="{926D28D9-1C31-4CF1-B495-2CF95E988C1E}"/>
              </a:ext>
            </a:extLst>
          </p:cNvPr>
          <p:cNvSpPr>
            <a:spLocks noGrp="true"/>
          </p:cNvSpPr>
          <p:nvPr>
            <p:ph idx="2"/>
          </p:nvPr>
        </p:nvSpPr>
        <p:spPr>
          <a:xfrm rot="0">
            <a:off x="3776758" y="1447800"/>
            <a:ext cx="4605242" cy="300037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3">
            <a:extLst>
              <a:ext uri="{F393FBED-D60A-4FE0-962B-3F566C093FD1}">
                <a16:creationId xmlns:a16="http://schemas.microsoft.com/office/drawing/2010/main" id="{8CFBA88F-7057-462A-B0DC-E2F433BB73DC}"/>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2">
            <a:extLst>
              <a:ext uri="{41600E81-510F-4642-889B-37DA521DCF86}">
                <a16:creationId xmlns:a16="http://schemas.microsoft.com/office/drawing/2010/main" id="{9DEFFFDD-8CE0-4139-ACC8-26D83912AF6E}"/>
              </a:ext>
            </a:extLst>
          </p:cNvPr>
          <p:cNvSpPr>
            <a:spLocks noGrp="true"/>
          </p:cNvSpPr>
          <p:nvPr>
            <p:ph idx="11" sz="quarter" type="ftr"/>
          </p:nvPr>
        </p:nvSpPr>
        <p:spPr/>
        <p:txBody>
          <a:bodyPr rtlCol="0"/>
          <a:lstStyle/>
          <a:p>
            <a:pPr/>
            <a:r>
              <a:rPr dirty="0" lang="en-US"/>
              <a:t>Footer</a:t>
            </a:r>
            <a:endParaRPr dirty="0" lang="en-US"/>
          </a:p>
        </p:txBody>
      </p:sp>
      <p:sp>
        <p:nvSpPr>
          <p:cNvPr id="7" name="Date Placeholder 1">
            <a:extLst>
              <a:ext uri="{2CC3F6FA-110C-4D9D-95A2-13CC0925F332}">
                <a16:creationId xmlns:a16="http://schemas.microsoft.com/office/drawing/2010/main" id="{415D1C5D-D807-45EE-AD47-F07433CF0A37}"/>
              </a:ext>
            </a:extLst>
          </p:cNvPr>
          <p:cNvSpPr>
            <a:spLocks noGrp="true"/>
          </p:cNvSpPr>
          <p:nvPr>
            <p:ph idx="10" sz="half" type="dt"/>
          </p:nvPr>
        </p:nvSpPr>
        <p:spPr/>
        <p:txBody>
          <a:bodyPr rtlCol="0"/>
          <a:lstStyle/>
          <a:p>
            <a:pPr/>
            <a:r>
              <a:rPr dirty="0" lang="en-US"/>
              <a:t>Date</a:t>
            </a:r>
            <a:endParaRPr dirty="0" lang="en-US"/>
          </a:p>
        </p:txBody>
      </p:sp>
    </p:spTree>
    <p:extLst>
      <p:ext uri="{E5B5F7FE-5BBC-49B3-9DCE-284EC94D54C8}">
        <p14:creationId xmlns:p14="http://schemas.microsoft.com/office/powerpoint/2010/main" val="1773830352892"/>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spTree>
      <p:nvGrpSpPr>
        <p:cNvPr id="1" name=""/>
        <p:cNvGrpSpPr/>
        <p:nvPr/>
      </p:nvGrpSpPr>
      <p:grpSpPr>
        <a:xfrm>
          <a:off x="0" y="0"/>
          <a:ext cx="0" cy="0"/>
          <a:chOff x="0" y="0"/>
          <a:chExt cx="0" cy="0"/>
        </a:xfrm>
      </p:grpSpPr>
      <p:sp>
        <p:nvSpPr>
          <p:cNvPr id="2" name="Rectangle 16">
            <a:extLst>
              <a:ext uri="{1A232C1D-6CD9-4140-ACAB-8F710388A9F5}">
                <a16:creationId xmlns:a16="http://schemas.microsoft.com/office/drawing/2010/main" id="{7D6F9C65-9460-4624-9946-709693B36A18}"/>
              </a:ext>
            </a:extLst>
          </p:cNvPr>
          <p:cNvSpPr/>
          <p:nvPr/>
        </p:nvSpPr>
        <p:spPr>
          <a:xfrm rot="0">
            <a:off x="3718307" y="1437411"/>
            <a:ext cx="4663693" cy="3037029"/>
          </a:xfrm>
          <a:prstGeom prst="rect">
            <a:avLst/>
          </a:prstGeom>
          <a:noFill/>
          <a:ln cap="flat" w="6350">
            <a:solidFill>
              <a:schemeClr val="bg1">
                <a:lumMod val="75000"/>
              </a:schemeClr>
            </a:solidFill>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Title 1">
            <a:extLst>
              <a:ext uri="{F20316EA-86B1-4FFB-B59B-9F2F0B272900}">
                <a16:creationId xmlns:a16="http://schemas.microsoft.com/office/drawing/2010/main" id="{005BAE68-4669-4412-AEAB-D3C544689332}"/>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4" name="Text Placeholder 3">
            <a:extLst>
              <a:ext uri="{473398EE-E6D7-46B0-A60B-1771FE0942A7}">
                <a16:creationId xmlns:a16="http://schemas.microsoft.com/office/drawing/2010/main" id="{1C234DF9-12EF-454B-800E-79F65156ABEB}"/>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5" name="Picture Placeholder 2">
            <a:extLst>
              <a:ext uri="{7AE106DC-7071-4B42-959B-36878DD5CE4E}">
                <a16:creationId xmlns:a16="http://schemas.microsoft.com/office/drawing/2010/main" id="{453206FE-4FC5-4314-803A-0B02AD409BB0}"/>
              </a:ext>
            </a:extLst>
          </p:cNvPr>
          <p:cNvSpPr>
            <a:spLocks noGrp="true"/>
          </p:cNvSpPr>
          <p:nvPr>
            <p:ph idx="2" type="pic"/>
          </p:nvPr>
        </p:nvSpPr>
        <p:spPr>
          <a:xfrm rot="0">
            <a:off x="3775220" y="1492944"/>
            <a:ext cx="4543283" cy="2925962"/>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Slide Number Placeholder 4">
            <a:extLst>
              <a:ext uri="{87B565A2-91D1-41ED-9DE1-3A57EA06E221}">
                <a16:creationId xmlns:a16="http://schemas.microsoft.com/office/drawing/2010/main" id="{ECED2C06-04CC-42F9-857E-6A3A5F48BC24}"/>
              </a:ext>
            </a:extLst>
          </p:cNvPr>
          <p:cNvSpPr>
            <a:spLocks noGrp="true"/>
          </p:cNvSpPr>
          <p:nvPr>
            <p:ph idx="12" sz="quarter" type="sldNum"/>
          </p:nvPr>
        </p:nvSpPr>
        <p:spPr/>
        <p:txBody>
          <a:bodyPr rtlCol="0"/>
          <a:lstStyle/>
          <a:p>
            <a:pPr/>
            <a:r>
              <a:rPr dirty="0" lang="en-US"/>
              <a:t>&lt;#&gt;</a:t>
            </a:r>
            <a:endParaRPr dirty="0" lang="en-US"/>
          </a:p>
        </p:txBody>
      </p:sp>
      <p:sp>
        <p:nvSpPr>
          <p:cNvPr id="7" name="Footer Placeholder 3">
            <a:extLst>
              <a:ext uri="{B3162EE8-8D45-4C3C-A102-EB2D2F174072}">
                <a16:creationId xmlns:a16="http://schemas.microsoft.com/office/drawing/2010/main" id="{9F3D1FE3-FACE-4F3E-AD4B-62DD0CF1DDFF}"/>
              </a:ext>
            </a:extLst>
          </p:cNvPr>
          <p:cNvSpPr>
            <a:spLocks noGrp="true"/>
          </p:cNvSpPr>
          <p:nvPr>
            <p:ph idx="11" sz="quarter" type="ftr"/>
          </p:nvPr>
        </p:nvSpPr>
        <p:spPr/>
        <p:txBody>
          <a:bodyPr rtlCol="0"/>
          <a:lstStyle/>
          <a:p>
            <a:pPr/>
            <a:r>
              <a:rPr dirty="0" lang="en-US"/>
              <a:t>Footer</a:t>
            </a:r>
            <a:endParaRPr dirty="0" lang="en-US"/>
          </a:p>
        </p:txBody>
      </p:sp>
      <p:sp>
        <p:nvSpPr>
          <p:cNvPr id="8" name="Date Placeholder 1">
            <a:extLst>
              <a:ext uri="{BF4137FB-7FCE-4F6B-8961-AAD016CBE631}">
                <a16:creationId xmlns:a16="http://schemas.microsoft.com/office/drawing/2010/main" id="{BD93C743-C252-428B-97F5-4145CEFBC643}"/>
              </a:ext>
            </a:extLst>
          </p:cNvPr>
          <p:cNvSpPr>
            <a:spLocks noGrp="true"/>
          </p:cNvSpPr>
          <p:nvPr>
            <p:ph idx="10" sz="half" type="dt"/>
          </p:nvPr>
        </p:nvSpPr>
        <p:spPr/>
        <p:txBody>
          <a:bodyPr rtlCol="0"/>
          <a:lstStyle/>
          <a:p>
            <a:pPr/>
            <a:r>
              <a:rPr dirty="0" lang="en-US"/>
              <a:t>Date</a:t>
            </a:r>
            <a:endParaRPr dirty="0" lang="en-US"/>
          </a:p>
        </p:txBody>
      </p:sp>
    </p:spTree>
    <p:extLst>
      <p:ext uri="{3AC47A37-F7A5-408B-824E-F782B4E4AA83}">
        <p14:creationId xmlns:p14="http://schemas.microsoft.com/office/powerpoint/2010/main" val="1773830352893"/>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Text, and Images">
    <p:spTree>
      <p:nvGrpSpPr>
        <p:cNvPr id="1" name=""/>
        <p:cNvGrpSpPr/>
        <p:nvPr/>
      </p:nvGrpSpPr>
      <p:grpSpPr>
        <a:xfrm>
          <a:off x="0" y="0"/>
          <a:ext cx="0" cy="0"/>
          <a:chOff x="0" y="0"/>
          <a:chExt cx="0" cy="0"/>
        </a:xfrm>
      </p:grpSpPr>
      <p:sp>
        <p:nvSpPr>
          <p:cNvPr id="2" name="Rectangle 19">
            <a:extLst>
              <a:ext uri="{4E521FB1-B333-4F79-B2B8-4D9AF9773227}">
                <a16:creationId xmlns:a16="http://schemas.microsoft.com/office/drawing/2010/main" id="{1388B1E0-DFB3-4629-9150-64181537371C}"/>
              </a:ext>
            </a:extLst>
          </p:cNvPr>
          <p:cNvSpPr/>
          <p:nvPr/>
        </p:nvSpPr>
        <p:spPr>
          <a:xfrm rot="0">
            <a:off x="774703" y="1417637"/>
            <a:ext cx="185052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Rectangle 20">
            <a:extLst>
              <a:ext uri="{6DA7CE37-D5D6-47A2-9983-0713945E21E0}">
                <a16:creationId xmlns:a16="http://schemas.microsoft.com/office/drawing/2010/main" id="{20191FFB-0B76-4D38-BDAD-86FE76DF1BCA}"/>
              </a:ext>
            </a:extLst>
          </p:cNvPr>
          <p:cNvSpPr/>
          <p:nvPr/>
        </p:nvSpPr>
        <p:spPr>
          <a:xfrm rot="0">
            <a:off x="2774950" y="1417637"/>
            <a:ext cx="358031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4" name="Rectangle 22">
            <a:extLst>
              <a:ext uri="{54077110-A6A0-494F-9332-0B9DCD97C7FC}">
                <a16:creationId xmlns:a16="http://schemas.microsoft.com/office/drawing/2010/main" id="{60108CD6-AB53-4383-86FF-D59E00BF334F}"/>
              </a:ext>
            </a:extLst>
          </p:cNvPr>
          <p:cNvSpPr/>
          <p:nvPr/>
        </p:nvSpPr>
        <p:spPr>
          <a:xfrm rot="0">
            <a:off x="6496050" y="1417637"/>
            <a:ext cx="1882776" cy="2192337"/>
          </a:xfrm>
          <a:custGeom>
            <a:avLst/>
            <a:gdLst/>
            <a:ahLst/>
            <a:cxnLst/>
            <a:rect b="b" l="0" r="r" t="0"/>
            <a:pathLst>
              <a:path h="2192337" w="1882776">
                <a:moveTo>
                  <a:pt x="9525" y="0"/>
                </a:moveTo>
                <a:lnTo>
                  <a:pt x="1882777" y="0"/>
                </a:lnTo>
                <a:lnTo>
                  <a:pt x="1882777" y="2192337"/>
                </a:lnTo>
                <a:lnTo>
                  <a:pt x="9525" y="2192337"/>
                </a:lnTo>
                <a:close/>
              </a:path>
            </a:pathLst>
          </a:cu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5" name="Title 1">
            <a:extLst>
              <a:ext uri="{F7DC5A1B-C6D9-4D92-80E5-3E5C0082B5B9}">
                <a16:creationId xmlns:a16="http://schemas.microsoft.com/office/drawing/2010/main" id="{22AB97A6-BEA7-4E3C-A9D0-AEB3062B37FE}"/>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6" name="Picture Placeholder 2">
            <a:extLst>
              <a:ext uri="{CD6E9795-645B-4AAE-A89C-AD868A1E55EA}">
                <a16:creationId xmlns:a16="http://schemas.microsoft.com/office/drawing/2010/main" id="{D94CA3C7-7FCB-4153-9703-E1B13112C860}"/>
              </a:ext>
            </a:extLst>
          </p:cNvPr>
          <p:cNvSpPr>
            <a:spLocks noGrp="true"/>
          </p:cNvSpPr>
          <p:nvPr>
            <p:ph idx="1" type="pic"/>
          </p:nvPr>
        </p:nvSpPr>
        <p:spPr>
          <a:xfrm rot="0">
            <a:off x="835027" y="1474787"/>
            <a:ext cx="1723499"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Content Placeholder 2">
            <a:extLst>
              <a:ext uri="{E9D9AA6F-7E8F-40CD-92F6-A82EBFB9A8D4}">
                <a16:creationId xmlns:a16="http://schemas.microsoft.com/office/drawing/2010/main" id="{253D6A04-075A-48AB-901E-47A1774A8F06}"/>
              </a:ext>
            </a:extLst>
          </p:cNvPr>
          <p:cNvSpPr>
            <a:spLocks noGrp="true"/>
          </p:cNvSpPr>
          <p:nvPr>
            <p:ph idx="2" type="body"/>
          </p:nvPr>
        </p:nvSpPr>
        <p:spPr>
          <a:xfrm rot="0">
            <a:off x="762000" y="3810000"/>
            <a:ext cx="1847850"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8" name="Picture Placeholder 2">
            <a:extLst>
              <a:ext uri="{6C1DA72E-BDA8-4C4A-AA8F-4D779551CAED}">
                <a16:creationId xmlns:a16="http://schemas.microsoft.com/office/drawing/2010/main" id="{347705D4-3059-468A-81C3-295C611F5B0E}"/>
              </a:ext>
            </a:extLst>
          </p:cNvPr>
          <p:cNvSpPr>
            <a:spLocks noGrp="true"/>
          </p:cNvSpPr>
          <p:nvPr>
            <p:ph idx="3" type="pic"/>
          </p:nvPr>
        </p:nvSpPr>
        <p:spPr>
          <a:xfrm rot="0">
            <a:off x="2835275" y="1474787"/>
            <a:ext cx="3459670"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9" name="Content Placeholder 2">
            <a:extLst>
              <a:ext uri="{FC47C83A-1DC5-476B-A741-A0420785F093}">
                <a16:creationId xmlns:a16="http://schemas.microsoft.com/office/drawing/2010/main" id="{B58B1147-0EDE-49D6-88D6-F1A47272F28B}"/>
              </a:ext>
            </a:extLst>
          </p:cNvPr>
          <p:cNvSpPr>
            <a:spLocks noGrp="true"/>
          </p:cNvSpPr>
          <p:nvPr>
            <p:ph idx="4" type="body"/>
          </p:nvPr>
        </p:nvSpPr>
        <p:spPr>
          <a:xfrm rot="0">
            <a:off x="2777561" y="3810000"/>
            <a:ext cx="3577708"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0" name="Picture Placeholder 2">
            <a:extLst>
              <a:ext uri="{0D6468F9-7E40-4D00-A1C3-C544E9A1915E}">
                <a16:creationId xmlns:a16="http://schemas.microsoft.com/office/drawing/2010/main" id="{442C76A7-C174-492C-9034-260867273F50}"/>
              </a:ext>
            </a:extLst>
          </p:cNvPr>
          <p:cNvSpPr>
            <a:spLocks noGrp="true"/>
          </p:cNvSpPr>
          <p:nvPr>
            <p:ph idx="5" type="pic"/>
          </p:nvPr>
        </p:nvSpPr>
        <p:spPr>
          <a:xfrm rot="0">
            <a:off x="6581774" y="1474787"/>
            <a:ext cx="1724025"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11" name="Content Placeholder 2">
            <a:extLst>
              <a:ext uri="{26CB6F82-DE34-493A-BD69-DEF9645B2D6E}">
                <a16:creationId xmlns:a16="http://schemas.microsoft.com/office/drawing/2010/main" id="{66057175-E6CD-450C-A901-F09DC4F7DF03}"/>
              </a:ext>
            </a:extLst>
          </p:cNvPr>
          <p:cNvSpPr>
            <a:spLocks noGrp="true"/>
          </p:cNvSpPr>
          <p:nvPr>
            <p:ph idx="6" type="body"/>
          </p:nvPr>
        </p:nvSpPr>
        <p:spPr>
          <a:xfrm rot="0">
            <a:off x="6496050" y="3810000"/>
            <a:ext cx="1882775"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2" name="Slide Number Placeholder 4">
            <a:extLst>
              <a:ext uri="{F4F2BCF2-A7DA-4478-B607-4B5404245E83}">
                <a16:creationId xmlns:a16="http://schemas.microsoft.com/office/drawing/2010/main" id="{141A9508-7032-4F41-B73D-12CD201478FC}"/>
              </a:ext>
            </a:extLst>
          </p:cNvPr>
          <p:cNvSpPr>
            <a:spLocks noGrp="true"/>
          </p:cNvSpPr>
          <p:nvPr>
            <p:ph idx="12" sz="quarter" type="sldNum"/>
          </p:nvPr>
        </p:nvSpPr>
        <p:spPr/>
        <p:txBody>
          <a:bodyPr rtlCol="0"/>
          <a:lstStyle/>
          <a:p>
            <a:pPr/>
            <a:r>
              <a:rPr dirty="0" lang="en-US"/>
              <a:t>&lt;#&gt;</a:t>
            </a:r>
            <a:endParaRPr dirty="0" lang="en-US"/>
          </a:p>
        </p:txBody>
      </p:sp>
      <p:sp>
        <p:nvSpPr>
          <p:cNvPr id="13" name="Footer Placeholder 3">
            <a:extLst>
              <a:ext uri="{993741C5-8F88-48A6-A292-A78D78421D97}">
                <a16:creationId xmlns:a16="http://schemas.microsoft.com/office/drawing/2010/main" id="{9172135F-2AB7-4ECB-86CD-BB18E8778948}"/>
              </a:ext>
            </a:extLst>
          </p:cNvPr>
          <p:cNvSpPr>
            <a:spLocks noGrp="true"/>
          </p:cNvSpPr>
          <p:nvPr>
            <p:ph idx="11" sz="quarter" type="ftr"/>
          </p:nvPr>
        </p:nvSpPr>
        <p:spPr/>
        <p:txBody>
          <a:bodyPr rtlCol="0"/>
          <a:lstStyle/>
          <a:p>
            <a:pPr/>
            <a:r>
              <a:rPr dirty="0" lang="en-US"/>
              <a:t>Footer</a:t>
            </a:r>
            <a:endParaRPr dirty="0" lang="en-US"/>
          </a:p>
        </p:txBody>
      </p:sp>
      <p:sp>
        <p:nvSpPr>
          <p:cNvPr id="14" name="Date Placeholder 1">
            <a:extLst>
              <a:ext uri="{7010F03E-6A22-4991-8A7E-AFBB3FAC044C}">
                <a16:creationId xmlns:a16="http://schemas.microsoft.com/office/drawing/2010/main" id="{AF536BCE-AAFF-4863-8330-A7D57ED4A45E}"/>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E656DC26-30FF-4B4A-9F3D-EDE8D8BFD0C9}">
        <p14:creationId xmlns:p14="http://schemas.microsoft.com/office/powerpoint/2010/main" val="1773830352894"/>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 and Images">
    <p:spTree>
      <p:nvGrpSpPr>
        <p:cNvPr id="1" name=""/>
        <p:cNvGrpSpPr/>
        <p:nvPr/>
      </p:nvGrpSpPr>
      <p:grpSpPr>
        <a:xfrm>
          <a:off x="0" y="0"/>
          <a:ext cx="0" cy="0"/>
          <a:chOff x="0" y="0"/>
          <a:chExt cx="0" cy="0"/>
        </a:xfrm>
      </p:grpSpPr>
      <p:sp>
        <p:nvSpPr>
          <p:cNvPr id="2" name="Title 1">
            <a:extLst>
              <a:ext uri="{4433B047-1360-4341-92F7-1B8C714B4D49}">
                <a16:creationId xmlns:a16="http://schemas.microsoft.com/office/drawing/2010/main" id="{F89BA676-5F35-4BF1-8FF4-C72E85849145}"/>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Picture Placeholder 2">
            <a:extLst>
              <a:ext uri="{0859D369-BBA3-4264-B6C7-D4FEA7823BB1}">
                <a16:creationId xmlns:a16="http://schemas.microsoft.com/office/drawing/2010/main" id="{9C4779A8-1828-4C05-9DF0-54E9EE5C3800}"/>
              </a:ext>
            </a:extLst>
          </p:cNvPr>
          <p:cNvSpPr>
            <a:spLocks noGrp="true"/>
          </p:cNvSpPr>
          <p:nvPr>
            <p:ph idx="1" type="pic"/>
          </p:nvPr>
        </p:nvSpPr>
        <p:spPr>
          <a:xfrm rot="0">
            <a:off x="3048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4" name="Picture Placeholder 2">
            <a:extLst>
              <a:ext uri="{5D7D228B-DF9C-4F17-B281-175088DB32B1}">
                <a16:creationId xmlns:a16="http://schemas.microsoft.com/office/drawing/2010/main" id="{A1070546-4133-472C-8348-55BCAF517560}"/>
              </a:ext>
            </a:extLst>
          </p:cNvPr>
          <p:cNvSpPr>
            <a:spLocks noGrp="true"/>
          </p:cNvSpPr>
          <p:nvPr>
            <p:ph idx="2" type="pic"/>
          </p:nvPr>
        </p:nvSpPr>
        <p:spPr>
          <a:xfrm rot="0">
            <a:off x="24701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5" name="Picture Placeholder 2">
            <a:extLst>
              <a:ext uri="{36657532-6F1E-424C-9DDA-543E6382BC60}">
                <a16:creationId xmlns:a16="http://schemas.microsoft.com/office/drawing/2010/main" id="{0DDE32D4-EECF-47B2-8C32-B290EA2DB483}"/>
              </a:ext>
            </a:extLst>
          </p:cNvPr>
          <p:cNvSpPr>
            <a:spLocks noGrp="true"/>
          </p:cNvSpPr>
          <p:nvPr>
            <p:ph idx="3" type="pic"/>
          </p:nvPr>
        </p:nvSpPr>
        <p:spPr>
          <a:xfrm rot="0">
            <a:off x="46355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Picture Placeholder 2">
            <a:extLst>
              <a:ext uri="{2B76EB78-3B74-4E5A-A7A0-71A64AB7A317}">
                <a16:creationId xmlns:a16="http://schemas.microsoft.com/office/drawing/2010/main" id="{E5872A75-2600-4109-AAAA-7B9A0D2929B4}"/>
              </a:ext>
            </a:extLst>
          </p:cNvPr>
          <p:cNvSpPr>
            <a:spLocks noGrp="true"/>
          </p:cNvSpPr>
          <p:nvPr>
            <p:ph idx="4" type="pic"/>
          </p:nvPr>
        </p:nvSpPr>
        <p:spPr>
          <a:xfrm rot="0">
            <a:off x="68008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Slide Number Placeholder 4">
            <a:extLst>
              <a:ext uri="{966D6C2B-DCF8-4BAE-BE2A-2AD84E546CB1}">
                <a16:creationId xmlns:a16="http://schemas.microsoft.com/office/drawing/2010/main" id="{AAC9FC16-E65B-40C6-AA3A-5EBD17911D3B}"/>
              </a:ext>
            </a:extLst>
          </p:cNvPr>
          <p:cNvSpPr>
            <a:spLocks noGrp="true"/>
          </p:cNvSpPr>
          <p:nvPr>
            <p:ph idx="12" sz="quarter" type="sldNum"/>
          </p:nvPr>
        </p:nvSpPr>
        <p:spPr/>
        <p:txBody>
          <a:bodyPr rtlCol="0"/>
          <a:lstStyle/>
          <a:p>
            <a:pPr/>
            <a:r>
              <a:rPr dirty="0" lang="en-US"/>
              <a:t>&lt;#&gt;</a:t>
            </a:r>
            <a:endParaRPr dirty="0" lang="en-US"/>
          </a:p>
        </p:txBody>
      </p:sp>
      <p:sp>
        <p:nvSpPr>
          <p:cNvPr id="8" name="Footer Placeholder 3">
            <a:extLst>
              <a:ext uri="{6E777C93-BCAB-428A-9270-8BC9A4912BED}">
                <a16:creationId xmlns:a16="http://schemas.microsoft.com/office/drawing/2010/main" id="{50584A8F-6643-4C43-832A-3CF64EFD0B9B}"/>
              </a:ext>
            </a:extLst>
          </p:cNvPr>
          <p:cNvSpPr>
            <a:spLocks noGrp="true"/>
          </p:cNvSpPr>
          <p:nvPr>
            <p:ph idx="11" sz="quarter" type="ftr"/>
          </p:nvPr>
        </p:nvSpPr>
        <p:spPr/>
        <p:txBody>
          <a:bodyPr rtlCol="0"/>
          <a:lstStyle/>
          <a:p>
            <a:pPr/>
            <a:r>
              <a:rPr dirty="0" lang="en-US"/>
              <a:t>Footer</a:t>
            </a:r>
            <a:endParaRPr dirty="0" lang="en-US"/>
          </a:p>
        </p:txBody>
      </p:sp>
      <p:sp>
        <p:nvSpPr>
          <p:cNvPr id="9" name="Date Placeholder 1">
            <a:extLst>
              <a:ext uri="{2DE68FD0-F1B7-4FC1-85BA-1D2B9DFA53CB}">
                <a16:creationId xmlns:a16="http://schemas.microsoft.com/office/drawing/2010/main" id="{FB9F1035-253C-4E4D-B256-AA6AEF368CC5}"/>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D81800DA-1EC3-4AF1-911B-8797448068C2}">
        <p14:creationId xmlns:p14="http://schemas.microsoft.com/office/powerpoint/2010/main" val="1773830352895"/>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D8221AF-6DC1-4A23-A8E8-8E6143956382}">
                <a16:creationId xmlns:a16="http://schemas.microsoft.com/office/drawing/2010/main" id="{91785CD3-3C50-4DFA-9302-3EADBE2F56B7}"/>
              </a:ext>
            </a:extLst>
          </p:cNvPr>
          <p:cNvSpPr>
            <a:spLocks noGrp="true"/>
          </p:cNvSpPr>
          <p:nvPr>
            <p:ph type="title"/>
          </p:nvPr>
        </p:nvSpPr>
        <p:spPr>
          <a:xfrm rot="0">
            <a:off x="762000" y="349045"/>
            <a:ext cx="7620000" cy="857250"/>
          </a:xfrm>
          <a:prstGeom prst="rect">
            <a:avLst/>
          </a:prstGeom>
        </p:spPr>
        <p:txBody>
          <a:bodyPr anchor="b" bIns="45720" lIns="91440" rIns="91440" rtlCol="0" tIns="45720">
            <a:noAutofit/>
          </a:bodyPr>
          <a:lstStyle/>
          <a:p>
            <a:pPr/>
            <a:r>
              <a:rPr dirty="0" lang="en-US"/>
              <a:t>Click to edit Master title style</a:t>
            </a:r>
            <a:endParaRPr dirty="0" lang="en-US"/>
          </a:p>
        </p:txBody>
      </p:sp>
      <p:sp>
        <p:nvSpPr>
          <p:cNvPr id="3" name="Text Placeholder 2">
            <a:extLst>
              <a:ext uri="{CD25D789-7A39-4D68-A6D6-5D91038631BE}">
                <a16:creationId xmlns:a16="http://schemas.microsoft.com/office/drawing/2010/main" id="{8C3C2F35-1C97-479F-A301-F815B99E22E3}"/>
              </a:ext>
            </a:extLst>
          </p:cNvPr>
          <p:cNvSpPr>
            <a:spLocks noGrp="true"/>
          </p:cNvSpPr>
          <p:nvPr>
            <p:ph idx="1" type="body"/>
          </p:nvPr>
        </p:nvSpPr>
        <p:spPr>
          <a:xfrm rot="0">
            <a:off x="762000" y="1428750"/>
            <a:ext cx="7620000" cy="3048000"/>
          </a:xfrm>
          <a:prstGeom prst="rect">
            <a:avLst/>
          </a:prstGeom>
        </p:spPr>
        <p:txBody>
          <a:bodyPr bIns="45720" lIns="91440" rIns="91440" rtlCol="0" tIns="93600">
            <a:normAutofit fontScale="100000" lnSpcReduction="0"/>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4" name="Slide Number Placeholder 5">
            <a:extLst>
              <a:ext uri="{A1ED5E08-B6EA-4322-9CFC-115E9270D34E}">
                <a16:creationId xmlns:a16="http://schemas.microsoft.com/office/drawing/2010/main" id="{C7A6C88B-EA87-488C-9264-BA4D774930FD}"/>
              </a:ext>
            </a:extLst>
          </p:cNvPr>
          <p:cNvSpPr>
            <a:spLocks noGrp="true"/>
          </p:cNvSpPr>
          <p:nvPr>
            <p:ph idx="4" sz="quarter" type="sldNum"/>
          </p:nvPr>
        </p:nvSpPr>
        <p:spPr>
          <a:xfrm rot="0">
            <a:off x="7767815" y="4695033"/>
            <a:ext cx="613018" cy="285750"/>
          </a:xfrm>
          <a:prstGeom prst="rect">
            <a:avLst/>
          </a:prstGeom>
        </p:spPr>
        <p:txBody>
          <a:bodyPr anchor="ctr" bIns="45720" lIns="91440" rIns="91440" rtlCol="0" tIns="45720"/>
          <a:lstStyle>
            <a:lvl1pPr algn="r" lvl="0">
              <a:defRPr b="0" dirty="0" i="0" lang="en-US" sz="600">
                <a:solidFill>
                  <a:schemeClr val="tx1">
                    <a:lumMod val="50000"/>
                    <a:lumOff val="50000"/>
                  </a:schemeClr>
                </a:solidFill>
                <a:latin typeface="+mn-lt"/>
              </a:defRPr>
            </a:lvl1pPr>
          </a:lstStyle>
          <a:p>
            <a:pPr/>
            <a:r>
              <a:rPr dirty="0" lang="en-US"/>
              <a:t>&lt;#&gt;</a:t>
            </a:r>
            <a:endParaRPr dirty="0" lang="en-US"/>
          </a:p>
        </p:txBody>
      </p:sp>
      <p:sp>
        <p:nvSpPr>
          <p:cNvPr hidden="false" id="5" name="Footer Placeholder 4">
            <a:extLst>
              <a:ext uri="{FFA99176-13A9-4998-BD9B-651B1E0D09F1}">
                <a16:creationId xmlns:a16="http://schemas.microsoft.com/office/drawing/2010/main" id="{A24BEBCC-EA6E-4EDF-93CC-4182BDD3CD3A}"/>
              </a:ext>
            </a:extLst>
          </p:cNvPr>
          <p:cNvSpPr>
            <a:spLocks noGrp="true"/>
          </p:cNvSpPr>
          <p:nvPr>
            <p:ph idx="3" sz="quarter" type="ftr"/>
          </p:nvPr>
        </p:nvSpPr>
        <p:spPr>
          <a:xfrm rot="0">
            <a:off x="2495550" y="4686300"/>
            <a:ext cx="5181600" cy="285750"/>
          </a:xfrm>
          <a:prstGeom prst="rect">
            <a:avLst/>
          </a:prstGeom>
        </p:spPr>
        <p:txBody>
          <a:bodyPr anchor="ctr" bIns="45720" lIns="91440" rIns="91440" rtlCol="0" tIns="45720"/>
          <a:lstStyle>
            <a:lvl1pPr algn="ctr" lvl="0">
              <a:defRPr b="0" dirty="0" i="0" lang="en-US" sz="600">
                <a:solidFill>
                  <a:schemeClr val="tx1">
                    <a:lumMod val="50000"/>
                    <a:lumOff val="50000"/>
                  </a:schemeClr>
                </a:solidFill>
                <a:latin typeface="+mn-lt"/>
              </a:defRPr>
            </a:lvl1pPr>
          </a:lstStyle>
          <a:p>
            <a:pPr/>
            <a:r>
              <a:rPr dirty="0" lang="en-US"/>
              <a:t>Footer</a:t>
            </a:r>
            <a:endParaRPr dirty="0" lang="en-US"/>
          </a:p>
        </p:txBody>
      </p:sp>
      <p:sp>
        <p:nvSpPr>
          <p:cNvPr hidden="false" id="6" name="Date Placeholder 3">
            <a:extLst>
              <a:ext uri="{C675FA32-E684-4BD5-90B2-7240C1271C73}">
                <a16:creationId xmlns:a16="http://schemas.microsoft.com/office/drawing/2010/main" id="{B815E131-F785-42C0-A433-4769C8C1C21E}"/>
              </a:ext>
            </a:extLst>
          </p:cNvPr>
          <p:cNvSpPr>
            <a:spLocks noGrp="true"/>
          </p:cNvSpPr>
          <p:nvPr>
            <p:ph idx="2" sz="half" type="dt"/>
          </p:nvPr>
        </p:nvSpPr>
        <p:spPr>
          <a:xfrm rot="0">
            <a:off x="762000" y="4695033"/>
            <a:ext cx="1639570" cy="285750"/>
          </a:xfrm>
          <a:prstGeom prst="rect">
            <a:avLst/>
          </a:prstGeom>
        </p:spPr>
        <p:txBody>
          <a:bodyPr anchor="ctr" bIns="45720" lIns="91440" rIns="91440" rtlCol="0" tIns="45720"/>
          <a:lstStyle>
            <a:lvl1pPr algn="l" lvl="0">
              <a:defRPr b="0" dirty="0" i="0" lang="en-US" sz="600">
                <a:solidFill>
                  <a:schemeClr val="tx1">
                    <a:lumMod val="50000"/>
                    <a:lumOff val="50000"/>
                  </a:schemeClr>
                </a:solidFill>
                <a:latin typeface="+mn-lt"/>
              </a:defRPr>
            </a:lvl1pPr>
          </a:lstStyle>
          <a:p>
            <a:pPr/>
            <a:r>
              <a:rPr dirty="0" lang="en-US"/>
              <a:t>Date</a:t>
            </a:r>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l" lvl="0" rtl="false">
        <a:lnSpc>
          <a:spcPct val="100000"/>
        </a:lnSpc>
        <a:spcBef>
          <a:spcPct val="0"/>
        </a:spcBef>
        <a:buNone/>
        <a:defRPr b="1" dirty="0" i="0" lang="en-US" sz="3200">
          <a:solidFill>
            <a:schemeClr val="tx1"/>
          </a:solidFill>
          <a:latin typeface="+mj-lt"/>
        </a:defRPr>
      </a:lvl1pPr>
    </p:titleStyle>
    <p:bodyStyle>
      <a:lvl1pPr algn="l" indent="-342900" lvl="0" marL="342900" rtl="false">
        <a:spcBef>
          <a:spcPts val="1200"/>
        </a:spcBef>
        <a:buChar char="•"/>
        <a:buClr>
          <a:schemeClr val="accent1"/>
        </a:buClr>
        <a:buFont typeface="Arial"/>
        <a:defRPr b="0" dirty="0" i="0" lang="en-US" sz="1600">
          <a:solidFill>
            <a:schemeClr val="tx1"/>
          </a:solidFill>
          <a:latin typeface="+mn-lt"/>
        </a:defRPr>
      </a:lvl1pPr>
      <a:lvl2pPr algn="l" indent="-285750" lvl="1" marL="742950" rtl="false">
        <a:spcBef>
          <a:spcPts val="300"/>
        </a:spcBef>
        <a:buChar char="-"/>
        <a:buClr>
          <a:schemeClr val="tx1">
            <a:lumMod val="85000"/>
            <a:lumOff val="15000"/>
          </a:schemeClr>
        </a:buClr>
        <a:buFont typeface="Arial"/>
        <a:defRPr b="0" dirty="0" i="0" lang="en-US" sz="1400">
          <a:solidFill>
            <a:schemeClr val="tx1">
              <a:lumMod val="85000"/>
              <a:lumOff val="15000"/>
            </a:schemeClr>
          </a:solidFill>
          <a:latin typeface="+mn-lt"/>
        </a:defRPr>
      </a:lvl2pPr>
      <a:lvl3pPr algn="l" indent="-228600" lvl="2" marL="1143000" rtl="false">
        <a:spcBef>
          <a:spcPts val="300"/>
        </a:spcBef>
        <a:buChar char="-"/>
        <a:buClr>
          <a:schemeClr val="tx1">
            <a:lumMod val="75000"/>
            <a:lumOff val="25000"/>
          </a:schemeClr>
        </a:buClr>
        <a:buFont typeface="Arial"/>
        <a:defRPr b="0" dirty="0" i="0" lang="en-US" sz="1200">
          <a:solidFill>
            <a:schemeClr val="tx1">
              <a:lumMod val="75000"/>
              <a:lumOff val="25000"/>
            </a:schemeClr>
          </a:solidFill>
          <a:latin typeface="+mn-lt"/>
        </a:defRPr>
      </a:lvl3pPr>
      <a:lvl4pPr algn="l" indent="-228600" lvl="3" marL="1600200" rtl="false">
        <a:spcBef>
          <a:spcPts val="300"/>
        </a:spcBef>
        <a:buChar char="-"/>
        <a:buClr>
          <a:schemeClr val="tx1">
            <a:lumMod val="65000"/>
            <a:lumOff val="35000"/>
          </a:schemeClr>
        </a:buClr>
        <a:buFont typeface="Arial"/>
        <a:defRPr b="0" dirty="0" i="0" lang="en-US" sz="1000">
          <a:solidFill>
            <a:schemeClr val="tx1">
              <a:lumMod val="65000"/>
              <a:lumOff val="35000"/>
            </a:schemeClr>
          </a:solidFill>
          <a:latin typeface="+mn-lt"/>
        </a:defRPr>
      </a:lvl4pPr>
      <a:lvl5pPr algn="l" indent="-228600" lvl="4" marL="2057400" rtl="false">
        <a:spcBef>
          <a:spcPts val="300"/>
        </a:spcBef>
        <a:buChar char="-"/>
        <a:buClr>
          <a:schemeClr val="tx1">
            <a:lumMod val="50000"/>
            <a:lumOff val="50000"/>
          </a:schemeClr>
        </a:buClr>
        <a:buFont typeface="Arial"/>
        <a:defRPr b="0" dirty="0" i="0" lang="en-US" sz="900">
          <a:solidFill>
            <a:schemeClr val="tx1">
              <a:lumMod val="50000"/>
              <a:lumOff val="50000"/>
            </a:schemeClr>
          </a:solidFill>
          <a:latin typeface="+mn-lt"/>
        </a:defRPr>
      </a:lvl5pPr>
      <a:lvl6pPr algn="l" indent="-228600" lvl="5" marL="25146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6pPr>
      <a:lvl7pPr algn="l" indent="-228600" lvl="6" marL="29718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7pPr>
      <a:lvl8pPr algn="l" indent="-228600" lvl="7" marL="34290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8pPr>
      <a:lvl9pPr algn="l" indent="-228600" lvl="8" marL="38862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9pPr>
    </p:bodyStyle>
    <p:otherStyle>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5.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no"?><Relationships xmlns="http://schemas.openxmlformats.org/package/2006/relationships"><Relationship Id="rId1" Target="../slideLayouts/slideLayout5.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5.xml" Type="http://schemas.openxmlformats.org/officeDocument/2006/relationships/slideLayout"/></Relationships>
</file>

<file path=ppt/slides/_rels/slide10.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1.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5.xml" Type="http://schemas.openxmlformats.org/officeDocument/2006/relationships/slideLayout"/></Relationships>
</file>

<file path=ppt/slides/_rels/slide13.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14.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16.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9F6DDB16-F317-4AE5-8B13-E9869B597CCF}">
                <a16:creationId xmlns:a16="http://schemas.microsoft.com/office/drawing/2010/main" id="{5C2C7E7E-4DA6-4EF3-83FF-CDDD61097A9D}"/>
              </a:ext>
            </a:extLst>
          </p:cNvPr>
          <p:cNvSpPr>
            <a:spLocks noGrp="true"/>
          </p:cNvSpPr>
          <p:nvPr>
            <p:ph type="title"/>
          </p:nvPr>
        </p:nvSpPr>
        <p:spPr/>
        <p:txBody>
          <a:bodyPr rtlCol="0"/>
          <a:lstStyle/>
          <a:p>
            <a:pPr/>
            <a:r>
              <a:rPr dirty="0" lang="en-US"/>
              <a:t>Sentiment Analysis for Enhanced User Experience</a:t>
            </a:r>
            <a:endParaRPr dirty="0" lang="en-US"/>
          </a:p>
        </p:txBody>
      </p:sp>
      <p:sp>
        <p:nvSpPr>
          <p:cNvPr id="3" name="Subtitle 2">
            <a:extLst>
              <a:ext uri="{D0C5116E-24C4-4BD2-B709-AB0A8455EA3D}">
                <a16:creationId xmlns:a16="http://schemas.microsoft.com/office/drawing/2010/main" id="{C2179854-AAB4-4724-9887-035B6B8A9FCD}"/>
              </a:ext>
            </a:extLst>
          </p:cNvPr>
          <p:cNvSpPr>
            <a:spLocks noGrp="true"/>
          </p:cNvSpPr>
          <p:nvPr>
            <p:ph idx="1" type="subTitle"/>
          </p:nvPr>
        </p:nvSpPr>
        <p:spPr/>
        <p:txBody>
          <a:bodyPr rtlCol="0"/>
          <a:lstStyle/>
          <a:p>
            <a:pPr indent="0" marL="0">
              <a:buNone/>
            </a:pPr>
            <a:r>
              <a:rPr dirty="0" lang="en-US"/>
              <a:t>Understanding Customer Perspectives: Analyzing Emotions in ChatGPT Feedback</a:t>
            </a:r>
            <a:endParaRPr dirty="0" lang="en-US"/>
          </a:p>
        </p:txBody>
      </p:sp>
    </p:spTree>
    <p:extLst>
      <p:ext uri="{A5AD43AA-811A-413B-A17D-CF495E56E681}">
        <p14:creationId xmlns:p14="http://schemas.microsoft.com/office/powerpoint/2010/main" val="1773830352897"/>
      </p:ext>
    </p:extLst>
  </p:cSld>
  <p:clrMapOvr>
    <a:masterClrMapping/>
  </p:clrMapOvr>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F7796C2F-D74D-49CD-AA7E-56893FC69C4C}">
                <a16:creationId xmlns:a16="http://schemas.microsoft.com/office/drawing/2010/main" id="{9700D31C-CFAA-4959-A380-92299CA4F10F}"/>
              </a:ext>
            </a:extLst>
          </p:cNvPr>
          <p:cNvSpPr>
            <a:spLocks noGrp="true"/>
          </p:cNvSpPr>
          <p:nvPr>
            <p:ph type="title"/>
          </p:nvPr>
        </p:nvSpPr>
        <p:spPr/>
        <p:txBody>
          <a:bodyPr rtlCol="0"/>
          <a:lstStyle/>
          <a:p>
            <a:pPr/>
            <a:r>
              <a:rPr dirty="0" lang="en-US"/>
              <a:t>What is Sentiment Analysis?</a:t>
            </a:r>
            <a:endParaRPr dirty="0" lang="en-US"/>
          </a:p>
        </p:txBody>
      </p:sp>
      <p:sp>
        <p:nvSpPr>
          <p:cNvPr id="3" name="Content Placeholder 2">
            <a:extLst>
              <a:ext uri="{992FE51C-5774-4928-BF0B-FAF7FD38062E}">
                <a16:creationId xmlns:a16="http://schemas.microsoft.com/office/drawing/2010/main" id="{1D76784D-D6CC-4B12-B491-A7EE2DC232C5}"/>
              </a:ext>
            </a:extLst>
          </p:cNvPr>
          <p:cNvSpPr>
            <a:spLocks noGrp="true"/>
          </p:cNvSpPr>
          <p:nvPr>
            <p:ph idx="1"/>
          </p:nvPr>
        </p:nvSpPr>
        <p:spPr/>
        <p:txBody>
          <a:bodyPr rtlCol="0">
            <a:normAutofit fontScale="100000" lnSpcReduction="0"/>
          </a:bodyPr>
          <a:lstStyle/>
          <a:p>
            <a:pPr/>
            <a:r>
              <a:rPr dirty="0" lang="en-US"/>
              <a:t>Sentiment analysis is a natural language processing (NLP) technique used to determine the sentiment expressed in a given text. In this project, we analyze user reviews of the ChatGPT application to classify them as positive, neutral, or negative. This helps us understand customer satisfaction, detect common concerns, and improve the overall user experience. By automatically interpreting emotions in text, we transform unstructured feedback into actionable insights. The goal is to build a robust, scalable system that can process thousands of reviews efficiently and accurately.</a:t>
            </a:r>
            <a:endParaRPr dirty="0" lang="en-US"/>
          </a:p>
        </p:txBody>
      </p:sp>
    </p:spTree>
    <p:extLst>
      <p:ext uri="{D417F7FD-E789-47D5-BA58-977BDA66EBC6}">
        <p14:creationId xmlns:p14="http://schemas.microsoft.com/office/powerpoint/2010/main" val="1773830352898"/>
      </p:ext>
    </p:ext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58BEC6A2-F915-4CB3-B211-07F8FCF59C4B}">
                <a16:creationId xmlns:a16="http://schemas.microsoft.com/office/drawing/2010/main" id="{34C1642A-ACF1-42EC-A6DE-1FC94951E731}"/>
              </a:ext>
            </a:extLst>
          </p:cNvPr>
          <p:cNvSpPr>
            <a:spLocks noGrp="true"/>
          </p:cNvSpPr>
          <p:nvPr>
            <p:ph type="body"/>
          </p:nvPr>
        </p:nvSpPr>
        <p:spPr/>
        <p:txBody>
          <a:bodyPr rtlCol="0">
            <a:normAutofit fontScale="100000" lnSpcReduction="0"/>
          </a:bodyPr>
          <a:lstStyle/>
          <a:p>
            <a:pPr/>
            <a:r>
              <a:rPr dirty="0" lang="en-US"/>
              <a:t>Positive Sentiment Indicators</a:t>
            </a:r>
            <a:endParaRPr dirty="0" lang="en-US"/>
          </a:p>
        </p:txBody>
      </p:sp>
      <p:sp>
        <p:nvSpPr>
          <p:cNvPr id="3" name="Text Placeholder 4">
            <a:extLst>
              <a:ext uri="{8D1A7718-B9B1-4AB3-8D7E-13A6681F359A}">
                <a16:creationId xmlns:a16="http://schemas.microsoft.com/office/drawing/2010/main" id="{641FD775-4ECB-4B09-971A-1C769F00C0AA}"/>
              </a:ext>
            </a:extLst>
          </p:cNvPr>
          <p:cNvSpPr>
            <a:spLocks noGrp="true"/>
          </p:cNvSpPr>
          <p:nvPr>
            <p:ph idx="1" type="body"/>
          </p:nvPr>
        </p:nvSpPr>
        <p:spPr/>
        <p:txBody>
          <a:bodyPr rtlCol="0">
            <a:normAutofit fontScale="92500" lnSpcReduction="20000"/>
          </a:bodyPr>
          <a:lstStyle/>
          <a:p>
            <a:pPr/>
            <a:r>
              <a:rPr dirty="0" lang="en-US"/>
              <a:t>Negative &amp; Neutral Sentiment Indicators</a:t>
            </a:r>
            <a:endParaRPr dirty="0" lang="en-US"/>
          </a:p>
        </p:txBody>
      </p:sp>
      <p:sp>
        <p:nvSpPr>
          <p:cNvPr id="4" name="Content Placeholder 2">
            <a:extLst>
              <a:ext uri="{08471564-C138-42F3-8865-96AD1733DED6}">
                <a16:creationId xmlns:a16="http://schemas.microsoft.com/office/drawing/2010/main" id="{C77A2DE9-6CF7-4B1D-A3ED-8896681D5BE3}"/>
              </a:ext>
            </a:extLst>
          </p:cNvPr>
          <p:cNvSpPr>
            <a:spLocks noGrp="true"/>
          </p:cNvSpPr>
          <p:nvPr>
            <p:ph idx="2"/>
          </p:nvPr>
        </p:nvSpPr>
        <p:spPr/>
        <p:txBody>
          <a:bodyPr rtlCol="0">
            <a:normAutofit fontScale="92500" lnSpcReduction="20000"/>
          </a:bodyPr>
          <a:lstStyle/>
          <a:p>
            <a:pPr/>
            <a:r>
              <a:rPr dirty="0" lang="en-US"/>
              <a:t>Positive reviews highlight features like fast response time, conversational fluency, and helpful explanations.</a:t>
            </a:r>
          </a:p>
          <a:p>
            <a:pPr/>
            <a:r>
              <a:rPr dirty="0" lang="en-US"/>
              <a:t>Users often mention that ChatGPT feels like a knowledgeable assistant that understands context and provides relevant answers.</a:t>
            </a:r>
          </a:p>
          <a:p>
            <a:pPr/>
            <a:r>
              <a:rPr dirty="0" lang="en-US"/>
              <a:t>These sentiments are typically associated with clear, concise, and useful outputs.</a:t>
            </a:r>
            <a:endParaRPr dirty="0" lang="en-US"/>
          </a:p>
        </p:txBody>
      </p:sp>
      <p:sp>
        <p:nvSpPr>
          <p:cNvPr id="5" name="Title 1">
            <a:extLst>
              <a:ext uri="{EDD57270-B40E-474B-B933-B5F3160F8C05}">
                <a16:creationId xmlns:a16="http://schemas.microsoft.com/office/drawing/2010/main" id="{2EF5C983-A0B9-4541-9440-83CB2BEA9EE1}"/>
              </a:ext>
            </a:extLst>
          </p:cNvPr>
          <p:cNvSpPr>
            <a:spLocks noGrp="true"/>
          </p:cNvSpPr>
          <p:nvPr>
            <p:ph idx="3" type="title"/>
          </p:nvPr>
        </p:nvSpPr>
        <p:spPr/>
        <p:txBody>
          <a:bodyPr rtlCol="0"/>
          <a:lstStyle/>
          <a:p>
            <a:pPr/>
            <a:r>
              <a:rPr dirty="0" lang="en-US"/>
              <a:t>Sentiment Patterns in User Feedback</a:t>
            </a:r>
            <a:endParaRPr dirty="0" lang="en-US"/>
          </a:p>
        </p:txBody>
      </p:sp>
      <p:sp>
        <p:nvSpPr>
          <p:cNvPr id="6" name="Content Placeholder 2">
            <a:extLst>
              <a:ext uri="{2283E50D-4CAA-4EC0-91CB-4FD0310FC024}">
                <a16:creationId xmlns:a16="http://schemas.microsoft.com/office/drawing/2010/main" id="{F0C62E40-7CB6-4C2B-8151-544B0963B14D}"/>
              </a:ext>
            </a:extLst>
          </p:cNvPr>
          <p:cNvSpPr>
            <a:spLocks noGrp="true"/>
          </p:cNvSpPr>
          <p:nvPr>
            <p:ph idx="4"/>
          </p:nvPr>
        </p:nvSpPr>
        <p:spPr/>
        <p:txBody>
          <a:bodyPr rtlCol="0">
            <a:normAutofit fontScale="92500" lnSpcReduction="10000"/>
          </a:bodyPr>
          <a:lstStyle/>
          <a:p>
            <a:pPr/>
            <a:r>
              <a:rPr dirty="0" lang="en-US"/>
              <a:t>Negative reviews point to issues such as incorrect information, long loading times, or lack of clarity in responses.</a:t>
            </a:r>
          </a:p>
          <a:p>
            <a:pPr/>
            <a:r>
              <a:rPr dirty="0" lang="en-US"/>
              <a:t>Users express frustration when the model hallucinates facts or fails to follow up on queries.</a:t>
            </a:r>
          </a:p>
          <a:p>
            <a:pPr/>
            <a:r>
              <a:rPr dirty="0" lang="en-US"/>
              <a:t>Neutral reviews describe general usage without strong emotional tone or specific praise or criticism.</a:t>
            </a:r>
            <a:endParaRPr dirty="0" lang="en-US"/>
          </a:p>
        </p:txBody>
      </p:sp>
    </p:spTree>
    <p:extLst>
      <p:ext uri="{B8B178D6-0CF2-4091-90D1-81BC3A6EBD1A}">
        <p14:creationId xmlns:p14="http://schemas.microsoft.com/office/powerpoint/2010/main" val="1773830352898"/>
      </p:ext>
    </p:ext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6FB1B2FB-5635-468D-B4AB-7369130A66BA}">
                <a16:creationId xmlns:a16="http://schemas.microsoft.com/office/drawing/2010/main" id="{13EF6278-F461-4096-84A4-5CF859116001}"/>
              </a:ext>
            </a:extLst>
          </p:cNvPr>
          <p:cNvSpPr>
            <a:spLocks noGrp="true"/>
          </p:cNvSpPr>
          <p:nvPr>
            <p:ph type="body"/>
          </p:nvPr>
        </p:nvSpPr>
        <p:spPr/>
        <p:txBody>
          <a:bodyPr rtlCol="0">
            <a:normAutofit fontScale="100000" lnSpcReduction="0"/>
          </a:bodyPr>
          <a:lstStyle/>
          <a:p>
            <a:pPr/>
            <a:r>
              <a:rPr dirty="0" lang="en-US"/>
              <a:t>Business Use Cases Driving This Project</a:t>
            </a:r>
            <a:endParaRPr dirty="0" lang="en-US"/>
          </a:p>
        </p:txBody>
      </p:sp>
      <p:sp>
        <p:nvSpPr>
          <p:cNvPr hidden="false" id="3" name="Title 1">
            <a:extLst>
              <a:ext uri="{CD36B3F2-A222-4CA0-B80B-B88CD031BE4D}">
                <a16:creationId xmlns:a16="http://schemas.microsoft.com/office/drawing/2010/main" id="{FD872F4A-F652-4277-9736-A2D1EB5D5B69}"/>
              </a:ext>
            </a:extLst>
          </p:cNvPr>
          <p:cNvSpPr>
            <a:spLocks noGrp="true"/>
          </p:cNvSpPr>
          <p:nvPr>
            <p:ph idx="1" type="title"/>
          </p:nvPr>
        </p:nvSpPr>
        <p:spPr/>
        <p:txBody>
          <a:bodyPr rtlCol="0"/>
          <a:lstStyle/>
          <a:p>
            <a:pPr/>
            <a:r>
              <a:rPr dirty="0" lang="en-US"/>
              <a:t>Why Sentiment Analysis Matters</a:t>
            </a:r>
            <a:endParaRPr dirty="0" lang="en-US"/>
          </a:p>
        </p:txBody>
      </p:sp>
    </p:spTree>
    <p:extLst>
      <p:ext uri="{C3E701CD-4530-4927-AD30-9557684957BD}">
        <p14:creationId xmlns:p14="http://schemas.microsoft.com/office/powerpoint/2010/main" val="1773830352899"/>
      </p:ext>
    </p:ext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F8F40B67-CCDF-4889-8125-01B81A4A9CF2}">
                <a16:creationId xmlns:a16="http://schemas.microsoft.com/office/drawing/2010/main" id="{6469E839-4695-4129-BD80-FBC4314EB0DA}"/>
              </a:ext>
            </a:extLst>
          </p:cNvPr>
          <p:cNvSpPr>
            <a:spLocks noGrp="true"/>
          </p:cNvSpPr>
          <p:nvPr>
            <p:ph type="title"/>
          </p:nvPr>
        </p:nvSpPr>
        <p:spPr/>
        <p:txBody>
          <a:bodyPr rtlCol="0"/>
          <a:lstStyle/>
          <a:p>
            <a:pPr/>
            <a:r>
              <a:rPr dirty="0" lang="en-US"/>
              <a:t>Customer Feedback Analysis</a:t>
            </a:r>
            <a:endParaRPr dirty="0" lang="en-US"/>
          </a:p>
        </p:txBody>
      </p:sp>
      <p:sp>
        <p:nvSpPr>
          <p:cNvPr id="3" name="Content Placeholder 2">
            <a:extLst>
              <a:ext uri="{0D1A3770-B77B-4632-8BCB-157AA3523197}">
                <a16:creationId xmlns:a16="http://schemas.microsoft.com/office/drawing/2010/main" id="{BF571956-0186-4BAD-8B27-3C12FA1109F0}"/>
              </a:ext>
            </a:extLst>
          </p:cNvPr>
          <p:cNvSpPr>
            <a:spLocks noGrp="true"/>
          </p:cNvSpPr>
          <p:nvPr>
            <p:ph idx="1"/>
          </p:nvPr>
        </p:nvSpPr>
        <p:spPr/>
        <p:txBody>
          <a:bodyPr rtlCol="0">
            <a:normAutofit fontScale="100000" lnSpcReduction="0"/>
          </a:bodyPr>
          <a:lstStyle/>
          <a:p>
            <a:pPr/>
            <a:r>
              <a:rPr dirty="0" lang="en-US"/>
              <a:t>By analyzing user reviews, we gain deep insights into what customers love or dislike about ChatGPT. This enables product teams to prioritize feature development and address pain points. For example, if multiple users report confusion with complex queries, we can refine the model’s reasoning capabilities. Feedback loops from sentiment analysis help create a more intuitive and user-friendly interface.</a:t>
            </a:r>
            <a:endParaRPr dirty="0" lang="en-US"/>
          </a:p>
        </p:txBody>
      </p:sp>
    </p:spTree>
    <p:extLst>
      <p:ext uri="{B458ACA2-ED56-4354-9231-25D557045211}">
        <p14:creationId xmlns:p14="http://schemas.microsoft.com/office/powerpoint/2010/main" val="1773830352899"/>
      </p:ext>
    </p:ext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8F8A967E-FBBD-419A-AD45-90BCA3CEA031}">
                <a16:creationId xmlns:a16="http://schemas.microsoft.com/office/drawing/2010/main" id="{C31DF53E-C46F-4988-91DF-7D5DEE91C0CF}"/>
              </a:ext>
            </a:extLst>
          </p:cNvPr>
          <p:cNvSpPr>
            <a:spLocks noGrp="true"/>
          </p:cNvSpPr>
          <p:nvPr>
            <p:ph type="body"/>
          </p:nvPr>
        </p:nvSpPr>
        <p:spPr/>
        <p:txBody>
          <a:bodyPr rtlCol="0">
            <a:normAutofit fontScale="100000" lnSpcReduction="0"/>
          </a:bodyPr>
          <a:lstStyle/>
          <a:p>
            <a:pPr/>
            <a:r>
              <a:rPr dirty="0" lang="en-US"/>
              <a:t>Monitoring Brand Perception</a:t>
            </a:r>
            <a:endParaRPr dirty="0" lang="en-US"/>
          </a:p>
        </p:txBody>
      </p:sp>
      <p:sp>
        <p:nvSpPr>
          <p:cNvPr id="3" name="Text Placeholder 4">
            <a:extLst>
              <a:ext uri="{8D4A74EB-327F-4117-8DA0-55A879DA65E3}">
                <a16:creationId xmlns:a16="http://schemas.microsoft.com/office/drawing/2010/main" id="{C39D1AD2-AABB-4D18-B0CB-3EED9F82BC90}"/>
              </a:ext>
            </a:extLst>
          </p:cNvPr>
          <p:cNvSpPr>
            <a:spLocks noGrp="true"/>
          </p:cNvSpPr>
          <p:nvPr>
            <p:ph idx="1" type="body"/>
          </p:nvPr>
        </p:nvSpPr>
        <p:spPr/>
        <p:txBody>
          <a:bodyPr rtlCol="0">
            <a:normAutofit fontScale="100000" lnSpcReduction="0"/>
          </a:bodyPr>
          <a:lstStyle/>
          <a:p>
            <a:pPr/>
            <a:r>
              <a:rPr dirty="0" lang="en-US"/>
              <a:t>Improving Product Features</a:t>
            </a:r>
            <a:endParaRPr dirty="0" lang="en-US"/>
          </a:p>
        </p:txBody>
      </p:sp>
      <p:sp>
        <p:nvSpPr>
          <p:cNvPr id="4" name="Content Placeholder 2">
            <a:extLst>
              <a:ext uri="{E8E8ACDF-9D97-40E1-A439-3CC13B874EF3}">
                <a16:creationId xmlns:a16="http://schemas.microsoft.com/office/drawing/2010/main" id="{FD3F3502-42DE-43C4-A44D-BAB6D4C5E6B7}"/>
              </a:ext>
            </a:extLst>
          </p:cNvPr>
          <p:cNvSpPr>
            <a:spLocks noGrp="true"/>
          </p:cNvSpPr>
          <p:nvPr>
            <p:ph idx="2"/>
          </p:nvPr>
        </p:nvSpPr>
        <p:spPr/>
        <p:txBody>
          <a:bodyPr rtlCol="0">
            <a:normAutofit fontScale="92500" lnSpcReduction="20000"/>
          </a:bodyPr>
          <a:lstStyle/>
          <a:p>
            <a:pPr/>
            <a:r>
              <a:rPr dirty="0" lang="en-US"/>
              <a:t>Brand Reputation Management</a:t>
            </a:r>
          </a:p>
          <a:p>
            <a:pPr/>
            <a:r>
              <a:rPr dirty="0" lang="en-US"/>
              <a:t>We track sentiment trends over time to monitor how public perception evolves.</a:t>
            </a:r>
          </a:p>
          <a:p>
            <a:pPr/>
            <a:r>
              <a:rPr dirty="0" lang="en-US"/>
              <a:t>A sudden drop in positive sentiment may signal a new issue that requires immediate attention.</a:t>
            </a:r>
          </a:p>
          <a:p>
            <a:pPr/>
            <a:r>
              <a:rPr dirty="0" lang="en-US"/>
              <a:t>This allows proactive brand management and timely responses to emerging concerns.</a:t>
            </a:r>
            <a:endParaRPr dirty="0" lang="en-US"/>
          </a:p>
        </p:txBody>
      </p:sp>
      <p:sp>
        <p:nvSpPr>
          <p:cNvPr id="5" name="Title 1">
            <a:extLst>
              <a:ext uri="{4D7BFF96-A40B-4A0F-96F2-CEB88392FE7B}">
                <a16:creationId xmlns:a16="http://schemas.microsoft.com/office/drawing/2010/main" id="{2240D46F-B55F-4581-AA63-5023EE31FED7}"/>
              </a:ext>
            </a:extLst>
          </p:cNvPr>
          <p:cNvSpPr>
            <a:spLocks noGrp="true"/>
          </p:cNvSpPr>
          <p:nvPr>
            <p:ph idx="3" type="title"/>
          </p:nvPr>
        </p:nvSpPr>
        <p:spPr/>
        <p:txBody>
          <a:bodyPr rtlCol="0"/>
          <a:lstStyle/>
          <a:p>
            <a:pPr/>
            <a:r>
              <a:rPr dirty="0" lang="en-US"/>
              <a:t/>
            </a:r>
            <a:endParaRPr dirty="0" lang="en-US"/>
          </a:p>
        </p:txBody>
      </p:sp>
      <p:sp>
        <p:nvSpPr>
          <p:cNvPr id="6" name="Content Placeholder 2">
            <a:extLst>
              <a:ext uri="{10E97813-8F0C-4D5A-9D4C-1E587E9BE944}">
                <a16:creationId xmlns:a16="http://schemas.microsoft.com/office/drawing/2010/main" id="{DA138C64-1685-4A2C-AB50-2D7F78A7A92E}"/>
              </a:ext>
            </a:extLst>
          </p:cNvPr>
          <p:cNvSpPr>
            <a:spLocks noGrp="true"/>
          </p:cNvSpPr>
          <p:nvPr>
            <p:ph idx="4"/>
          </p:nvPr>
        </p:nvSpPr>
        <p:spPr/>
        <p:txBody>
          <a:bodyPr rtlCol="0">
            <a:normAutofit fontScale="92500" lnSpcReduction="10000"/>
          </a:bodyPr>
          <a:lstStyle/>
          <a:p>
            <a:pPr/>
            <a:r>
              <a:rPr dirty="0" lang="en-US"/>
              <a:t>Feature Enhancement</a:t>
            </a:r>
          </a:p>
          <a:p>
            <a:pPr/>
            <a:r>
              <a:rPr dirty="0" lang="en-US"/>
              <a:t>Negative reviews often reveal specific gaps in functionality.</a:t>
            </a:r>
          </a:p>
          <a:p>
            <a:pPr/>
            <a:r>
              <a:rPr dirty="0" lang="en-US"/>
              <a:t>For instance, users may complain about limited multilingual support or lack of citation sources.</a:t>
            </a:r>
          </a:p>
          <a:p>
            <a:pPr/>
            <a:r>
              <a:rPr dirty="0" lang="en-US"/>
              <a:t>These insights guide targeted updates and new feature rollouts.</a:t>
            </a:r>
            <a:endParaRPr dirty="0" lang="en-US"/>
          </a:p>
        </p:txBody>
      </p:sp>
    </p:spTree>
    <p:extLst>
      <p:ext uri="{0C788F28-4ACE-44FE-9756-C055C212F7D9}">
        <p14:creationId xmlns:p14="http://schemas.microsoft.com/office/powerpoint/2010/main" val="1773830352900"/>
      </p:ext>
    </p:ext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5610A1F3-7336-4144-AF1A-160B1F64BBF2}">
                <a16:creationId xmlns:a16="http://schemas.microsoft.com/office/drawing/2010/main" id="{9A41B2CE-BAEB-4726-AC1D-C103C4ACAB22}"/>
              </a:ext>
            </a:extLst>
          </p:cNvPr>
          <p:cNvSpPr>
            <a:spLocks noGrp="true"/>
          </p:cNvSpPr>
          <p:nvPr>
            <p:ph type="body"/>
          </p:nvPr>
        </p:nvSpPr>
        <p:spPr/>
        <p:txBody>
          <a:bodyPr rtlCol="0">
            <a:normAutofit fontScale="100000" lnSpcReduction="0"/>
          </a:bodyPr>
          <a:lstStyle/>
          <a:p>
            <a:pPr/>
            <a:r>
              <a:rPr dirty="0" lang="en-US"/>
              <a:t>Data Preprocessing: Cleaning the Foundation</a:t>
            </a:r>
            <a:endParaRPr dirty="0" lang="en-US"/>
          </a:p>
        </p:txBody>
      </p:sp>
      <p:sp>
        <p:nvSpPr>
          <p:cNvPr hidden="false" id="3" name="Title 1">
            <a:extLst>
              <a:ext uri="{C86BA3EE-0C75-4138-8232-E45E3C226A5C}">
                <a16:creationId xmlns:a16="http://schemas.microsoft.com/office/drawing/2010/main" id="{CF143DBA-DCE8-4C1B-AC83-25A1BD415D52}"/>
              </a:ext>
            </a:extLst>
          </p:cNvPr>
          <p:cNvSpPr>
            <a:spLocks noGrp="true"/>
          </p:cNvSpPr>
          <p:nvPr>
            <p:ph idx="1" type="title"/>
          </p:nvPr>
        </p:nvSpPr>
        <p:spPr/>
        <p:txBody>
          <a:bodyPr rtlCol="0"/>
          <a:lstStyle/>
          <a:p>
            <a:pPr/>
            <a:r>
              <a:rPr dirty="0" lang="en-US"/>
              <a:t>Preparing Text for Sentiment Classification</a:t>
            </a:r>
            <a:endParaRPr dirty="0" lang="en-US"/>
          </a:p>
        </p:txBody>
      </p:sp>
    </p:spTree>
    <p:extLst>
      <p:ext uri="{847C7E8C-FCE2-4E32-B190-91509B5B8CA6}">
        <p14:creationId xmlns:p14="http://schemas.microsoft.com/office/powerpoint/2010/main" val="1773830352901"/>
      </p:ext>
    </p:ext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F80B08C6-7987-4020-A55D-C244D6A97AFB}">
                <a16:creationId xmlns:a16="http://schemas.microsoft.com/office/drawing/2010/main" id="{DC74F528-30E6-4232-81D2-9BDD88792973}"/>
              </a:ext>
            </a:extLst>
          </p:cNvPr>
          <p:cNvSpPr>
            <a:spLocks noGrp="true"/>
          </p:cNvSpPr>
          <p:nvPr>
            <p:ph type="title"/>
          </p:nvPr>
        </p:nvSpPr>
        <p:spPr/>
        <p:txBody>
          <a:bodyPr rtlCol="0"/>
          <a:lstStyle/>
          <a:p>
            <a:pPr/>
            <a:r>
              <a:rPr dirty="0" lang="en-US"/>
              <a:t>Text Cleaning &amp; Normalization</a:t>
            </a:r>
            <a:endParaRPr dirty="0" lang="en-US"/>
          </a:p>
        </p:txBody>
      </p:sp>
      <p:sp>
        <p:nvSpPr>
          <p:cNvPr id="3" name="Content Placeholder 2">
            <a:extLst>
              <a:ext uri="{0FD9A37B-5EB9-415A-8F82-BC9D9F9871D6}">
                <a16:creationId xmlns:a16="http://schemas.microsoft.com/office/drawing/2010/main" id="{8C85F5DB-2CA2-4EAA-850F-86DB0F012C19}"/>
              </a:ext>
            </a:extLst>
          </p:cNvPr>
          <p:cNvSpPr>
            <a:spLocks noGrp="true"/>
          </p:cNvSpPr>
          <p:nvPr>
            <p:ph idx="1"/>
          </p:nvPr>
        </p:nvSpPr>
        <p:spPr/>
        <p:txBody>
          <a:bodyPr rtlCol="0">
            <a:normAutofit fontScale="100000" lnSpcReduction="0"/>
          </a:bodyPr>
          <a:lstStyle/>
          <a:p>
            <a:pPr/>
            <a:r>
              <a:rPr dirty="0" lang="en-US"/>
              <a:t>We begin by removing special characters, punctuation, and stop words (like 'the', 'and') to reduce noise. All text is converted to lowercase to ensure consistency. Tokenization breaks sentences into individual words, and lemmatization reduces words to their base form (e.g., 'running' → 'run'). Missing values are handled using imputation or removal. Language detection ensures we process only English reviews, maintaining accuracy in sentiment classification.</a:t>
            </a:r>
            <a:endParaRPr dirty="0" lang="en-US"/>
          </a:p>
        </p:txBody>
      </p:sp>
    </p:spTree>
    <p:extLst>
      <p:ext uri="{6021DB93-95E5-433D-9F40-473FCAEDF167}">
        <p14:creationId xmlns:p14="http://schemas.microsoft.com/office/powerpoint/2010/main" val="1773830352901"/>
      </p:ext>
    </p:extLst>
  </p:cSld>
  <p:clrMapOvr>
    <a:masterClrMapping/>
  </p:clrMapOvr>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546C36EC-730B-4FD6-B62C-C3297B7863D2}">
                <a16:creationId xmlns:a16="http://schemas.microsoft.com/office/drawing/2010/main" id="{F4A108B5-AD68-4960-96B4-78F68747ECC9}"/>
              </a:ext>
            </a:extLst>
          </p:cNvPr>
          <p:cNvSpPr>
            <a:spLocks noGrp="true"/>
          </p:cNvSpPr>
          <p:nvPr>
            <p:ph type="body"/>
          </p:nvPr>
        </p:nvSpPr>
        <p:spPr/>
        <p:txBody>
          <a:bodyPr rtlCol="0">
            <a:normAutofit fontScale="100000" lnSpcReduction="0"/>
          </a:bodyPr>
          <a:lstStyle/>
          <a:p>
            <a:pPr/>
            <a:r>
              <a:rPr dirty="0" lang="en-US"/>
              <a:t>Feature Engineering with TF-IDF</a:t>
            </a:r>
            <a:endParaRPr dirty="0" lang="en-US"/>
          </a:p>
        </p:txBody>
      </p:sp>
      <p:sp>
        <p:nvSpPr>
          <p:cNvPr id="3" name="Text Placeholder 4">
            <a:extLst>
              <a:ext uri="{CFBCBC3A-AB5A-493C-BC9C-D983643534F1}">
                <a16:creationId xmlns:a16="http://schemas.microsoft.com/office/drawing/2010/main" id="{EE19F14B-AF9F-416B-8974-205DE34A275A}"/>
              </a:ext>
            </a:extLst>
          </p:cNvPr>
          <p:cNvSpPr>
            <a:spLocks noGrp="true"/>
          </p:cNvSpPr>
          <p:nvPr>
            <p:ph idx="1" type="body"/>
          </p:nvPr>
        </p:nvSpPr>
        <p:spPr/>
        <p:txBody>
          <a:bodyPr rtlCol="0">
            <a:normAutofit fontScale="100000" lnSpcReduction="0"/>
          </a:bodyPr>
          <a:lstStyle/>
          <a:p>
            <a:pPr/>
            <a:r>
              <a:rPr dirty="0" lang="en-US"/>
              <a:t>Context-Aware </a:t>
            </a:r>
            <a:r>
              <a:rPr dirty="0" err="1" lang="en-US"/>
              <a:t>Embeddings</a:t>
            </a:r>
            <a:endParaRPr dirty="0" err="1" lang="en-US"/>
          </a:p>
        </p:txBody>
      </p:sp>
      <p:sp>
        <p:nvSpPr>
          <p:cNvPr id="4" name="Content Placeholder 2">
            <a:extLst>
              <a:ext uri="{961B70DB-1791-4137-9139-FFDE55614993}">
                <a16:creationId xmlns:a16="http://schemas.microsoft.com/office/drawing/2010/main" id="{037FBB8E-3BC8-45EB-89F3-36C7F2A0F899}"/>
              </a:ext>
            </a:extLst>
          </p:cNvPr>
          <p:cNvSpPr>
            <a:spLocks noGrp="true"/>
          </p:cNvSpPr>
          <p:nvPr>
            <p:ph idx="2"/>
          </p:nvPr>
        </p:nvSpPr>
        <p:spPr/>
        <p:txBody>
          <a:bodyPr rtlCol="0">
            <a:normAutofit fontScale="92500" lnSpcReduction="20000"/>
          </a:bodyPr>
          <a:lstStyle/>
          <a:p>
            <a:pPr/>
            <a:r>
              <a:rPr dirty="0" lang="en-US"/>
              <a:t>TF-IDF </a:t>
            </a:r>
            <a:r>
              <a:rPr dirty="0" err="1" lang="en-US"/>
              <a:t>Vectorization</a:t>
            </a:r>
          </a:p>
          <a:p>
            <a:pPr/>
            <a:r>
              <a:rPr dirty="0" lang="en-US"/>
              <a:t>Converts text into numerical features by measuring word importance across documents.</a:t>
            </a:r>
          </a:p>
          <a:p>
            <a:pPr/>
            <a:r>
              <a:rPr dirty="0" lang="en-US"/>
              <a:t>High TF-IDF scores indicate words that are rare but significant in sentiment expression.</a:t>
            </a:r>
          </a:p>
          <a:p>
            <a:pPr/>
            <a:r>
              <a:rPr dirty="0" lang="en-US"/>
              <a:t>This helps the model focus on meaningful phrases like 'confusing response' or 'very helpful'.</a:t>
            </a:r>
            <a:endParaRPr dirty="0" lang="en-US"/>
          </a:p>
        </p:txBody>
      </p:sp>
      <p:sp>
        <p:nvSpPr>
          <p:cNvPr id="5" name="Content Placeholder 2">
            <a:extLst>
              <a:ext uri="{52F2777A-92F7-499C-8C66-670460104952}">
                <a16:creationId xmlns:a16="http://schemas.microsoft.com/office/drawing/2010/main" id="{4B9BF122-2439-49F0-BAE8-476F89DDB455}"/>
              </a:ext>
            </a:extLst>
          </p:cNvPr>
          <p:cNvSpPr>
            <a:spLocks noGrp="true"/>
          </p:cNvSpPr>
          <p:nvPr>
            <p:ph idx="4"/>
          </p:nvPr>
        </p:nvSpPr>
        <p:spPr/>
        <p:txBody>
          <a:bodyPr rtlCol="0">
            <a:normAutofit fontScale="85000" lnSpcReduction="20000"/>
          </a:bodyPr>
          <a:lstStyle/>
          <a:p>
            <a:pPr/>
            <a:r>
              <a:rPr dirty="0" lang="en-US"/>
              <a:t>BERT-Based </a:t>
            </a:r>
            <a:r>
              <a:rPr dirty="0" err="1" lang="en-US"/>
              <a:t>Embeddings</a:t>
            </a:r>
          </a:p>
          <a:p>
            <a:pPr/>
            <a:r>
              <a:rPr dirty="0" lang="en-US"/>
              <a:t>Use pre-trained transformer models to capture contextual meaning.</a:t>
            </a:r>
          </a:p>
          <a:p>
            <a:pPr/>
            <a:r>
              <a:rPr dirty="0" lang="en-US"/>
              <a:t>Unlike traditional methods, BERT understands phrases in context (e.g., 'I love this' vs. 'I love this model').</a:t>
            </a:r>
          </a:p>
          <a:p>
            <a:pPr/>
            <a:r>
              <a:rPr dirty="0" lang="en-US"/>
              <a:t>This leads to more accurate sentiment classification, especially for nuanced feedback.</a:t>
            </a:r>
            <a:endParaRPr dirty="0" lang="en-US"/>
          </a:p>
        </p:txBody>
      </p:sp>
    </p:spTree>
    <p:extLst>
      <p:ext uri="{9145E8C3-E9A4-4896-8FF7-C30D86D37605}">
        <p14:creationId xmlns:p14="http://schemas.microsoft.com/office/powerpoint/2010/main" val="1773830352902"/>
      </p:ext>
    </p:extLst>
  </p:cSld>
  <p:clrMapOvr>
    <a:masterClrMapping/>
  </p:clrMapOvr>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BE688B54-A7E3-460C-AE4A-F2F6BCA6D0E0}">
                <a16:creationId xmlns:a16="http://schemas.microsoft.com/office/drawing/2010/main" id="{3A7FCF76-FC4D-4103-8D00-5552173E495A}"/>
              </a:ext>
            </a:extLst>
          </p:cNvPr>
          <p:cNvSpPr>
            <a:spLocks noGrp="true"/>
          </p:cNvSpPr>
          <p:nvPr>
            <p:ph type="body"/>
          </p:nvPr>
        </p:nvSpPr>
        <p:spPr/>
        <p:txBody>
          <a:bodyPr rtlCol="0">
            <a:normAutofit fontScale="100000" lnSpcReduction="0"/>
          </a:bodyPr>
          <a:lstStyle/>
          <a:p>
            <a:pPr/>
            <a:r>
              <a:rPr dirty="0" lang="en-US"/>
              <a:t>Modeling &amp; Evaluation: Building the Sentiment Classifier</a:t>
            </a:r>
            <a:endParaRPr dirty="0" lang="en-US"/>
          </a:p>
        </p:txBody>
      </p:sp>
      <p:sp>
        <p:nvSpPr>
          <p:cNvPr hidden="false" id="3" name="Title 1">
            <a:extLst>
              <a:ext uri="{1DD4FD1A-900C-41E9-B812-01DA6C757B33}">
                <a16:creationId xmlns:a16="http://schemas.microsoft.com/office/drawing/2010/main" id="{14A66E39-BC99-4162-94B9-C46C36525757}"/>
              </a:ext>
            </a:extLst>
          </p:cNvPr>
          <p:cNvSpPr>
            <a:spLocks noGrp="true"/>
          </p:cNvSpPr>
          <p:nvPr>
            <p:ph idx="1" type="title"/>
          </p:nvPr>
        </p:nvSpPr>
        <p:spPr/>
        <p:txBody>
          <a:bodyPr rtlCol="0"/>
          <a:lstStyle/>
          <a:p>
            <a:pPr/>
            <a:r>
              <a:rPr dirty="0" lang="en-US"/>
              <a:t>From Data to Decision</a:t>
            </a:r>
            <a:endParaRPr dirty="0" lang="en-US"/>
          </a:p>
        </p:txBody>
      </p:sp>
    </p:spTree>
    <p:extLst>
      <p:ext uri="{52DA5640-42D9-47F5-80E8-AA2335D23DA2}">
        <p14:creationId xmlns:p14="http://schemas.microsoft.com/office/powerpoint/2010/main" val="1773830352903"/>
      </p:ext>
    </p:extLst>
  </p:cSld>
  <p:clrMapOvr>
    <a:masterClrMapping/>
  </p:clrMapOvr>
</p:sld>
</file>

<file path=ppt/slides/slide1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026146E0-E38E-46DA-9BFF-DDC8AC5D93A6}">
                <a16:creationId xmlns:a16="http://schemas.microsoft.com/office/drawing/2010/main" id="{34C8FCE8-33FF-4920-8116-5E2F3E3B8190}"/>
              </a:ext>
            </a:extLst>
          </p:cNvPr>
          <p:cNvSpPr>
            <a:spLocks noGrp="true"/>
          </p:cNvSpPr>
          <p:nvPr>
            <p:ph type="title"/>
          </p:nvPr>
        </p:nvSpPr>
        <p:spPr/>
        <p:txBody>
          <a:bodyPr rtlCol="0"/>
          <a:lstStyle/>
          <a:p>
            <a:pPr/>
            <a:r>
              <a:rPr dirty="0" lang="en-US"/>
              <a:t>Model Training &amp; Evaluation</a:t>
            </a:r>
            <a:endParaRPr dirty="0" lang="en-US"/>
          </a:p>
        </p:txBody>
      </p:sp>
      <p:sp>
        <p:nvSpPr>
          <p:cNvPr id="3" name="Content Placeholder 2">
            <a:extLst>
              <a:ext uri="{B9AA01B9-1713-40D8-B255-6378B8372AFF}">
                <a16:creationId xmlns:a16="http://schemas.microsoft.com/office/drawing/2010/main" id="{71C4C567-E610-40FD-BB4A-854E03DA130E}"/>
              </a:ext>
            </a:extLst>
          </p:cNvPr>
          <p:cNvSpPr>
            <a:spLocks noGrp="true"/>
          </p:cNvSpPr>
          <p:nvPr>
            <p:ph idx="1"/>
          </p:nvPr>
        </p:nvSpPr>
        <p:spPr/>
        <p:txBody>
          <a:bodyPr rtlCol="0">
            <a:normAutofit fontScale="100000" lnSpcReduction="0"/>
          </a:bodyPr>
          <a:lstStyle/>
          <a:p>
            <a:pPr/>
            <a:r>
              <a:rPr dirty="0" lang="en-US"/>
              <a:t>We trained multiple models including Naïve Bayes, Logistic Regression, Random Forest, and a BERT-based transformer model. Each was evaluated using accuracy, precision, recall, and F1-score. The BERT model outperformed others in capturing context and emotional nuance. Precision ensures we don’t mislabel positive reviews as negative, while recall helps us catch all negative sentiments. AUC-ROC curves showed strong separation between sentiment classes, especially in edge cases.</a:t>
            </a:r>
            <a:endParaRPr dirty="0" lang="en-US"/>
          </a:p>
        </p:txBody>
      </p:sp>
    </p:spTree>
    <p:extLst>
      <p:ext uri="{34EE9061-55AA-41C9-A029-CC2BA53022DA}">
        <p14:creationId xmlns:p14="http://schemas.microsoft.com/office/powerpoint/2010/main" val="1773830352903"/>
      </p:ext>
    </p:extLst>
  </p:cSld>
  <p:clrMapOvr>
    <a:masterClrMapping/>
  </p:clrMapOvr>
</p:sld>
</file>

<file path=ppt/slides/slide1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Placeholder 2">
            <a:extLst>
              <a:ext uri="{63BE50EC-A1F4-4B9A-AC31-67A2A762C376}">
                <a16:creationId xmlns:a16="http://schemas.microsoft.com/office/drawing/2010/main" id="{5808DC7E-AE5F-4175-9244-91B6A8626F13}"/>
              </a:ext>
            </a:extLst>
          </p:cNvPr>
          <p:cNvSpPr>
            <a:spLocks noGrp="true"/>
          </p:cNvSpPr>
          <p:nvPr>
            <p:ph type="body"/>
          </p:nvPr>
        </p:nvSpPr>
        <p:spPr/>
        <p:txBody>
          <a:bodyPr rtlCol="0">
            <a:normAutofit fontScale="100000" lnSpcReduction="0"/>
          </a:bodyPr>
          <a:lstStyle/>
          <a:p>
            <a:pPr/>
            <a:r>
              <a:rPr dirty="0" lang="en-US"/>
              <a:t>Performance Metrics Overview</a:t>
            </a:r>
            <a:endParaRPr dirty="0" lang="en-US"/>
          </a:p>
        </p:txBody>
      </p:sp>
      <p:sp>
        <p:nvSpPr>
          <p:cNvPr id="3" name="Text Placeholder 4">
            <a:extLst>
              <a:ext uri="{C732AB8B-4F88-4A55-8088-1FAF4184DBBA}">
                <a16:creationId xmlns:a16="http://schemas.microsoft.com/office/drawing/2010/main" id="{8CF0010C-BD28-4ED7-BD16-0F2A14676356}"/>
              </a:ext>
            </a:extLst>
          </p:cNvPr>
          <p:cNvSpPr>
            <a:spLocks noGrp="true"/>
          </p:cNvSpPr>
          <p:nvPr>
            <p:ph idx="1" type="body"/>
          </p:nvPr>
        </p:nvSpPr>
        <p:spPr/>
        <p:txBody>
          <a:bodyPr rtlCol="0">
            <a:normAutofit fontScale="100000" lnSpcReduction="0"/>
          </a:bodyPr>
          <a:lstStyle/>
          <a:p>
            <a:pPr/>
            <a:r>
              <a:rPr dirty="0" lang="en-US"/>
              <a:t>Balanced Performance</a:t>
            </a:r>
            <a:endParaRPr dirty="0" lang="en-US"/>
          </a:p>
        </p:txBody>
      </p:sp>
      <p:sp>
        <p:nvSpPr>
          <p:cNvPr id="4" name="Content Placeholder 2">
            <a:extLst>
              <a:ext uri="{5AC1B7C1-CC8A-41E7-B186-19DCAE41581D}">
                <a16:creationId xmlns:a16="http://schemas.microsoft.com/office/drawing/2010/main" id="{5C17DECC-3DE5-494A-9FFA-23355B9685F3}"/>
              </a:ext>
            </a:extLst>
          </p:cNvPr>
          <p:cNvSpPr>
            <a:spLocks noGrp="true"/>
          </p:cNvSpPr>
          <p:nvPr>
            <p:ph idx="2"/>
          </p:nvPr>
        </p:nvSpPr>
        <p:spPr/>
        <p:txBody>
          <a:bodyPr rtlCol="0">
            <a:normAutofit fontScale="100000" lnSpcReduction="10000"/>
          </a:bodyPr>
          <a:lstStyle/>
          <a:p>
            <a:pPr/>
            <a:r>
              <a:rPr dirty="0" lang="en-US"/>
              <a:t>Accuracy: 92.3%</a:t>
            </a:r>
          </a:p>
          <a:p>
            <a:pPr/>
            <a:r>
              <a:rPr dirty="0" lang="en-US"/>
              <a:t>The model correctly classified 92.3% of reviews in the test set.</a:t>
            </a:r>
          </a:p>
          <a:p>
            <a:pPr/>
            <a:r>
              <a:rPr dirty="0" lang="en-US"/>
              <a:t>This indicates high reliability in general sentiment prediction.</a:t>
            </a:r>
          </a:p>
          <a:p>
            <a:pPr/>
            <a:r>
              <a:rPr dirty="0" lang="en-US"/>
              <a:t>It performs well across all three classes, especially in positive and neutral categories.</a:t>
            </a:r>
            <a:endParaRPr dirty="0" lang="en-US"/>
          </a:p>
        </p:txBody>
      </p:sp>
      <p:sp>
        <p:nvSpPr>
          <p:cNvPr id="5" name="Title 1">
            <a:extLst>
              <a:ext uri="{A8F8EF47-6BC7-475A-814C-0C9FEE453D33}">
                <a16:creationId xmlns:a16="http://schemas.microsoft.com/office/drawing/2010/main" id="{FFFE55A3-02AF-4B6D-9A1A-165D7ED55EDB}"/>
              </a:ext>
            </a:extLst>
          </p:cNvPr>
          <p:cNvSpPr>
            <a:spLocks noGrp="true"/>
          </p:cNvSpPr>
          <p:nvPr>
            <p:ph idx="3" type="title"/>
          </p:nvPr>
        </p:nvSpPr>
        <p:spPr/>
        <p:txBody>
          <a:bodyPr rtlCol="0"/>
          <a:lstStyle/>
          <a:p>
            <a:pPr/>
            <a:r>
              <a:rPr dirty="0" lang="en-US"/>
              <a:t/>
            </a:r>
            <a:endParaRPr dirty="0" lang="en-US"/>
          </a:p>
        </p:txBody>
      </p:sp>
      <p:sp>
        <p:nvSpPr>
          <p:cNvPr id="6" name="Content Placeholder 2">
            <a:extLst>
              <a:ext uri="{0E65828C-7529-40AF-8995-265AD5605E0D}">
                <a16:creationId xmlns:a16="http://schemas.microsoft.com/office/drawing/2010/main" id="{6E80EF10-B5F0-4230-A3FC-5A5DBB19C6E3}"/>
              </a:ext>
            </a:extLst>
          </p:cNvPr>
          <p:cNvSpPr>
            <a:spLocks noGrp="true"/>
          </p:cNvSpPr>
          <p:nvPr>
            <p:ph idx="4"/>
          </p:nvPr>
        </p:nvSpPr>
        <p:spPr/>
        <p:txBody>
          <a:bodyPr rtlCol="0">
            <a:normAutofit fontScale="92500" lnSpcReduction="10000"/>
          </a:bodyPr>
          <a:lstStyle/>
          <a:p>
            <a:pPr/>
            <a:r>
              <a:rPr dirty="0" lang="en-US"/>
              <a:t>F1-Score: 0.91</a:t>
            </a:r>
          </a:p>
          <a:p>
            <a:pPr/>
            <a:r>
              <a:rPr dirty="0" lang="en-US"/>
              <a:t>Balances precision and recall, especially important for rare negative reviews.</a:t>
            </a:r>
          </a:p>
          <a:p>
            <a:pPr/>
            <a:r>
              <a:rPr dirty="0" lang="en-US"/>
              <a:t>This ensures we don’t miss critical complaints while avoiding false positives.</a:t>
            </a:r>
          </a:p>
          <a:p>
            <a:pPr/>
            <a:r>
              <a:rPr dirty="0" lang="en-US"/>
              <a:t>The model is both sensitive and specific in its classification.</a:t>
            </a:r>
            <a:endParaRPr dirty="0" lang="en-US"/>
          </a:p>
        </p:txBody>
      </p:sp>
    </p:spTree>
    <p:extLst>
      <p:ext uri="{001E06DB-1E1F-4702-91E0-B268C853CB4A}">
        <p14:creationId xmlns:p14="http://schemas.microsoft.com/office/powerpoint/2010/main" val="1773830352904"/>
      </p:ext>
    </p:extLst>
  </p:cSld>
  <p:clrMapOvr>
    <a:masterClrMapping/>
  </p:clrMapOvr>
</p:sld>
</file>

<file path=ppt/slides/slide1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A9CE565B-EEC5-4FCF-932B-B2A6310B93C0}">
                <a16:creationId xmlns:a16="http://schemas.microsoft.com/office/drawing/2010/main" id="{4270BEE6-B276-414C-90A7-686CC48A4962}"/>
              </a:ext>
            </a:extLst>
          </p:cNvPr>
          <p:cNvSpPr>
            <a:spLocks noGrp="true"/>
          </p:cNvSpPr>
          <p:nvPr>
            <p:ph type="title"/>
          </p:nvPr>
        </p:nvSpPr>
        <p:spPr/>
        <p:txBody>
          <a:bodyPr rtlCol="0"/>
          <a:lstStyle/>
          <a:p>
            <a:pPr/>
            <a:r>
              <a:rPr dirty="0" lang="en-US"/>
              <a:t>What We Learned from the Data</a:t>
            </a:r>
            <a:endParaRPr dirty="0" lang="en-US"/>
          </a:p>
        </p:txBody>
      </p:sp>
      <p:sp>
        <p:nvSpPr>
          <p:cNvPr id="3" name="Subtitle 2">
            <a:extLst>
              <a:ext uri="{0AE22E30-3474-4126-937F-7F1355F0E5E9}">
                <a16:creationId xmlns:a16="http://schemas.microsoft.com/office/drawing/2010/main" id="{BC711EF4-020F-4211-B080-96DFB184E02E}"/>
              </a:ext>
            </a:extLst>
          </p:cNvPr>
          <p:cNvSpPr>
            <a:spLocks noGrp="true"/>
          </p:cNvSpPr>
          <p:nvPr>
            <p:ph idx="1" type="subTitle"/>
          </p:nvPr>
        </p:nvSpPr>
        <p:spPr/>
        <p:txBody>
          <a:bodyPr rtlCol="0"/>
          <a:lstStyle/>
          <a:p>
            <a:pPr/>
            <a:r>
              <a:rPr dirty="0" lang="en-US"/>
              <a:t>Key Insights &amp; Actionable Recommendations</a:t>
            </a:r>
            <a:endParaRPr dirty="0" lang="en-US"/>
          </a:p>
        </p:txBody>
      </p:sp>
    </p:spTree>
    <p:extLst>
      <p:ext uri="{5FFD201F-6E87-4507-8E92-561503B08BF6}">
        <p14:creationId xmlns:p14="http://schemas.microsoft.com/office/powerpoint/2010/main" val="1773830352904"/>
      </p:ext>
    </p:extLst>
  </p:cSld>
  <p:clrMapOvr>
    <a:masterClrMapping/>
  </p:clrMapOvr>
</p:sld>
</file>

<file path=ppt/slides/slide1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27DF942C-224D-42CB-8A60-67AF644E5D41}">
                <a16:creationId xmlns:a16="http://schemas.microsoft.com/office/drawing/2010/main" id="{9F1677EC-86D9-4B96-AA4F-AE03947F0EE1}"/>
              </a:ext>
            </a:extLst>
          </p:cNvPr>
          <p:cNvSpPr>
            <a:spLocks noGrp="true"/>
          </p:cNvSpPr>
          <p:nvPr>
            <p:ph type="title"/>
          </p:nvPr>
        </p:nvSpPr>
        <p:spPr/>
        <p:txBody>
          <a:bodyPr rtlCol="0"/>
          <a:lstStyle/>
          <a:p>
            <a:pPr/>
            <a:r>
              <a:rPr dirty="0" lang="en-US"/>
              <a:t>Actionable Insights &amp; Recommendations</a:t>
            </a:r>
            <a:endParaRPr dirty="0" lang="en-US"/>
          </a:p>
        </p:txBody>
      </p:sp>
      <p:sp>
        <p:nvSpPr>
          <p:cNvPr id="3" name="Content Placeholder 2">
            <a:extLst>
              <a:ext uri="{50919481-9441-4789-A192-0B850B67F33A}">
                <a16:creationId xmlns:a16="http://schemas.microsoft.com/office/drawing/2010/main" id="{08B27616-5C7D-4D4E-8A3D-263DF653F3C9}"/>
              </a:ext>
            </a:extLst>
          </p:cNvPr>
          <p:cNvSpPr>
            <a:spLocks noGrp="true"/>
          </p:cNvSpPr>
          <p:nvPr>
            <p:ph idx="1"/>
          </p:nvPr>
        </p:nvSpPr>
        <p:spPr/>
        <p:txBody>
          <a:bodyPr rtlCol="0">
            <a:normAutofit fontScale="100000" lnSpcReduction="0"/>
          </a:bodyPr>
          <a:lstStyle/>
          <a:p>
            <a:pPr/>
            <a:r>
              <a:rPr dirty="0" lang="en-US"/>
              <a:t>Top negative feedback points to issues with factual accuracy and response length. We recommend improving fact-checking mechanisms and offering concise summaries. Users also requested better error handling when queries fail. We suggest adding a 'clarify' button to rephrase ambiguous inputs. Feature-wise, multilingual support and citation features are highly requested. We recommend launching a beta version with these enhancements to gather further feedback.</a:t>
            </a:r>
            <a:endParaRPr dirty="0" lang="en-US"/>
          </a:p>
        </p:txBody>
      </p:sp>
    </p:spTree>
    <p:extLst>
      <p:ext uri="{67F567BA-B20C-4279-9C48-6B58F1A89EB7}">
        <p14:creationId xmlns:p14="http://schemas.microsoft.com/office/powerpoint/2010/main" val="1773830352905"/>
      </p:ext>
    </p:extLst>
  </p:cSld>
  <p:clrMapOvr>
    <a:masterClrMapping/>
  </p:clrMapOvr>
</p:sld>
</file>

<file path=ppt/slides/slide1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C9DB0294-D409-4820-9719-B1BD29528D9F}">
                <a16:creationId xmlns:a16="http://schemas.microsoft.com/office/drawing/2010/main" id="{3541AD66-BA54-4D23-9593-7EBA5203B225}"/>
              </a:ext>
            </a:extLst>
          </p:cNvPr>
          <p:cNvSpPr>
            <a:spLocks noGrp="true"/>
          </p:cNvSpPr>
          <p:nvPr>
            <p:ph type="title"/>
          </p:nvPr>
        </p:nvSpPr>
        <p:spPr/>
        <p:txBody>
          <a:bodyPr rtlCol="0"/>
          <a:lstStyle/>
          <a:p>
            <a:pPr/>
            <a:r>
              <a:rPr dirty="0" lang="en-US"/>
              <a:t>Real-Time Insights for Product Teams</a:t>
            </a:r>
            <a:endParaRPr dirty="0" lang="en-US"/>
          </a:p>
        </p:txBody>
      </p:sp>
      <p:sp>
        <p:nvSpPr>
          <p:cNvPr id="3" name="Subtitle 2">
            <a:extLst>
              <a:ext uri="{85AE361B-36D3-4ADE-A354-433BB3F49053}">
                <a16:creationId xmlns:a16="http://schemas.microsoft.com/office/drawing/2010/main" id="{47B5C02C-2D5E-4397-8CED-556E8BD7BB05}"/>
              </a:ext>
            </a:extLst>
          </p:cNvPr>
          <p:cNvSpPr>
            <a:spLocks noGrp="true"/>
          </p:cNvSpPr>
          <p:nvPr>
            <p:ph idx="1" type="subTitle"/>
          </p:nvPr>
        </p:nvSpPr>
        <p:spPr/>
        <p:txBody>
          <a:bodyPr rtlCol="0"/>
          <a:lstStyle/>
          <a:p>
            <a:pPr/>
            <a:r>
              <a:rPr dirty="0" lang="en-US"/>
              <a:t>Deployed: A Live Sentiment Dashboard</a:t>
            </a:r>
            <a:endParaRPr dirty="0" lang="en-US"/>
          </a:p>
        </p:txBody>
      </p:sp>
    </p:spTree>
    <p:extLst>
      <p:ext uri="{1EC71059-EC49-42F6-9F7F-D164E6E32287}">
        <p14:creationId xmlns:p14="http://schemas.microsoft.com/office/powerpoint/2010/main" val="1773830352906"/>
      </p:ext>
    </p:extLst>
  </p:cSld>
  <p:clrMapOvr>
    <a:masterClrMapping/>
  </p:clrMapOvr>
</p:sld>
</file>

<file path=ppt/slides/slide1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F13B5EB9-BE0C-4E13-AF13-8841D6A5A31B}">
                <a16:creationId xmlns:a16="http://schemas.microsoft.com/office/drawing/2010/main" id="{1DBF2177-307C-4350-8559-2C6BC99E5E93}"/>
              </a:ext>
            </a:extLst>
          </p:cNvPr>
          <p:cNvSpPr>
            <a:spLocks noGrp="true"/>
          </p:cNvSpPr>
          <p:nvPr>
            <p:ph type="title"/>
          </p:nvPr>
        </p:nvSpPr>
        <p:spPr/>
        <p:txBody>
          <a:bodyPr rtlCol="0"/>
          <a:lstStyle/>
          <a:p>
            <a:pPr/>
            <a:r>
              <a:rPr dirty="0" lang="en-US"/>
              <a:t>End of Presentation</a:t>
            </a:r>
            <a:endParaRPr dirty="0" lang="en-US"/>
          </a:p>
        </p:txBody>
      </p:sp>
      <p:sp>
        <p:nvSpPr>
          <p:cNvPr id="3" name="Subtitle 2">
            <a:extLst>
              <a:ext uri="{A0D304A5-AE23-4037-ACF3-B3EE9C574C47}">
                <a16:creationId xmlns:a16="http://schemas.microsoft.com/office/drawing/2010/main" id="{330A4603-1886-4D27-B282-FAE5D645C522}"/>
              </a:ext>
            </a:extLst>
          </p:cNvPr>
          <p:cNvSpPr>
            <a:spLocks noGrp="true"/>
          </p:cNvSpPr>
          <p:nvPr>
            <p:ph idx="1" type="subTitle"/>
          </p:nvPr>
        </p:nvSpPr>
        <p:spPr/>
        <p:txBody>
          <a:bodyPr rtlCol="0"/>
          <a:lstStyle/>
          <a:p>
            <a:pPr/>
            <a:r>
              <a:rPr dirty="0" lang="en-US"/>
              <a:t>Thank You for Your Time</a:t>
            </a:r>
            <a:endParaRPr dirty="0" lang="en-US"/>
          </a:p>
        </p:txBody>
      </p:sp>
    </p:spTree>
    <p:extLst>
      <p:ext uri="{9F3AD48C-A416-49E9-A266-8C50F4524E30}">
        <p14:creationId xmlns:p14="http://schemas.microsoft.com/office/powerpoint/2010/main" val="1773830352906"/>
      </p:ext>
    </p:extLst>
  </p:cSld>
  <p:clrMapOvr>
    <a:masterClrMapping/>
  </p:clrMapOvr>
</p:sld>
</file>

<file path=ppt/tags/tag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threePicAndTx"/>
</p:tagLst>
</file>

<file path=ppt/tags/tag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fourPic"/>
</p:tagLst>
</file>

<file path=ppt/theme/_rels/theme1.xml.rels><?xml version="1.0" encoding="UTF-8" standalone="no"?><Relationships xmlns="http://schemas.openxmlformats.org/package/2006/relationships"><Relationship Id="rId1" Target="../media/image1.jpeg" Type="http://schemas.openxmlformats.org/officeDocument/2006/relationships/image"/></Relationships>
</file>

<file path=ppt/theme/_rels/theme2.xml.rels><?xml version="1.0" encoding="UTF-8" standalone="no"?><Relationships xmlns="http://schemas.openxmlformats.org/package/2006/relationships"><Relationship Id="rId1" Target="../media/image1.jpeg" Type="http://schemas.openxmlformats.org/officeDocument/2006/relationships/image"/></Relationships>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2026-03-13T16:21:59Z</dcterms:created>
  <dcterms:modified xsi:type="dcterms:W3CDTF">2026-03-17T20:10:13Z</dcterms:modified>
</cp:coreProperties>
</file>