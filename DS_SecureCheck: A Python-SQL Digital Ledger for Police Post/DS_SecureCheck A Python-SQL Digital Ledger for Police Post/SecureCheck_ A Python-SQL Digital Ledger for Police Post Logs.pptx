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155607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155607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a1556079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a1556079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1556079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1556079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a1556079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a1556079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15560791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15560791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4294967295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SecureCheck: A Python-SQL Digital Ledger for Police Post Logs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4294967295" type="subTitle"/>
          </p:nvPr>
        </p:nvSpPr>
        <p:spPr>
          <a:xfrm>
            <a:off x="5404000" y="4350900"/>
            <a:ext cx="4060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Naveenkumar Sivakumar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12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220">
                <a:latin typeface="Times New Roman"/>
                <a:ea typeface="Times New Roman"/>
                <a:cs typeface="Times New Roman"/>
                <a:sym typeface="Times New Roman"/>
              </a:rPr>
              <a:t>Problem statement: </a:t>
            </a:r>
            <a:endParaRPr b="1" sz="2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76450" y="617775"/>
            <a:ext cx="8520600" cy="14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Police check posts require a centralized system for logging, tracking, and analyzing vehicle movements. Currently, manual logging and inefficient databases slow down security processes. This project aims to build an SQL-based check post database with a Python-powered dashboard for real-time insights and alerts.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0" y="2185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220">
                <a:latin typeface="Times New Roman"/>
                <a:ea typeface="Times New Roman"/>
                <a:cs typeface="Times New Roman"/>
                <a:sym typeface="Times New Roman"/>
              </a:rPr>
              <a:t>Methods to be used :     </a:t>
            </a:r>
            <a:r>
              <a:rPr b="1" lang="en-GB" sz="2220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</a:t>
            </a:r>
            <a:r>
              <a:rPr b="1" lang="en-GB" sz="2220">
                <a:latin typeface="Times New Roman"/>
                <a:ea typeface="Times New Roman"/>
                <a:cs typeface="Times New Roman"/>
                <a:sym typeface="Times New Roman"/>
              </a:rPr>
              <a:t>     Domain : </a:t>
            </a:r>
            <a:endParaRPr b="1" sz="2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46900" y="2758475"/>
            <a:ext cx="15720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/>
              <a:t>Python,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/>
              <a:t>SQL,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/>
              <a:t>Streamlit</a:t>
            </a:r>
            <a:endParaRPr sz="1500"/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471625" y="2645525"/>
            <a:ext cx="2523600" cy="18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Law Enforcement &amp; Public Safety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 Systems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33625" y="1276775"/>
            <a:ext cx="8501100" cy="3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69475" y="250225"/>
            <a:ext cx="8757900" cy="4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Problems Addressed: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 Manual Logging (Paper/Spreadsheets).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Inefficient Databases.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Output: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Insights on vehicle flow.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Alerts for suspicious activity.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generated-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13" y="152400"/>
            <a:ext cx="881077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generated-imag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96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300000" y="2175025"/>
            <a:ext cx="85440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