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5d3e5bb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5d3e5bb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05d3e5bb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05d3e5bb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3c4edd12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3c4edd12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c4edd1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3c4edd1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3c4edd12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3c4edd12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5750" y="996450"/>
            <a:ext cx="82125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AgriData Explorer: Understanding Indian agriculture with EDA</a:t>
            </a:r>
            <a:endParaRPr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985225" y="4121200"/>
            <a:ext cx="40848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NAVEENKUMAR SIVAKUMAR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44300" y="207450"/>
            <a:ext cx="81696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44300" y="207450"/>
            <a:ext cx="81696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83350" y="250225"/>
            <a:ext cx="7977300" cy="4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🌾 Key Problem Statement : 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core problem is the difficulty stakeholders face in accessing, analyzing, and making informed decisions based on fragmented, complex, and poorly managed agricultural data in India.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results in: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Data: Agricultural data is scattered across different states, districts, and sources, making a unified view impossible.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Easy Access: Farmers, policymakers, and researchers struggle to retrieve the necessary data efficiently.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 &amp; Difficult Analysis: The sheer volume and complexity of the data make it hard for users to derive meaningful insights, identify trends, and understand regional disparities.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Suboptimal Decision-Making: The lack of accessible, analyzed data hinders farmers' ability to optimize crop choices and prevents policymakers from effectively targeting areas for intervention.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194625" y="121900"/>
            <a:ext cx="8896800" cy="51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 Project Goal and Solution Overview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overarching goal is to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agricultural data from various Indian states and districts into a single, user-friendly data visualization platform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unlock actionable insights.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Solution Points: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agricultural data from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states and districts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a centralized system.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and comprehensive dataset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India's agricultural sector.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Data Focus: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insights into key metrics such as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crop production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yields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areas under cultivation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&amp; Accessibility: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 platform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makes the complex data easy to access and understand.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users to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trends, gaps, and regional disparities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quickly.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 Benefits: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Farmers: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Optimize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crop choices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farming practices based on regional data.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Policymakers: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Assist in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targeting areas for intervention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resource allocation, subsidy programs).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Researchers: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in </a:t>
            </a: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 agricultural trends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understanding macro-level changes.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 title="generated-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96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generated-image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96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856050" y="1447875"/>
            <a:ext cx="7431900" cy="25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YOU!!!</a:t>
            </a:r>
            <a:endParaRPr b="1" sz="3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