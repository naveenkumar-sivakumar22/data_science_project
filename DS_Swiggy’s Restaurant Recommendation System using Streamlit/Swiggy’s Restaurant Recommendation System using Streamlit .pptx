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2d1d68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2d1d68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2d1d688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f2d1d688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2d1d68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f2d1d68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f2d1d68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f2d1d68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f2d1d68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f2d1d68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f2d1d688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f2d1d68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f2d1d688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f2d1d688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f2d1d688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f2d1d68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Swiggy’s Restaurant Recommendation System using Streamlit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961125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Naveenkumar Sivakumar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2000" y="47700"/>
            <a:ext cx="59292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75100" y="933900"/>
            <a:ext cx="8030400" cy="3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develop a high-performance recommendation engine that transforms raw restaurant data into personalized dining suggestions.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Purpose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Bridging the gap between food enthusiasts and the best local eateries through data-driven insights.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4225" y="2669700"/>
            <a:ext cx="4752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75100" y="367475"/>
            <a:ext cx="8286300" cy="3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User Preferences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Localized Discovery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Users can filter through a vast database by selecting specific cities across India.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Cuisine Customization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Tailors recommendations based on specific flavor profiles, from traditional sweets to international fast food.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Management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Features a specialized cost-filter focused on value-for-money options, strictly capped at ₹2,000.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Assurance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Allows users to set a minimum star-rating threshold to ensure premium dining experiences.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38550" y="230425"/>
            <a:ext cx="82314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Recommendation Engine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Filtering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Processes thousands of entries in real-time to match user-specific constraints.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Sorting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Employs a dual-priority algorithm that ranks restaurants first by their rating quality and then by price efficiency.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Handles complex data cleaning, including currency symbol removal and normalization of non-numeric rating values (e.g., "Too Few Ratings")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39050" y="230425"/>
            <a:ext cx="8752200" cy="4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Streamlit Interface (Output)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Pick Spotlight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Automatically identifies and highlights the #1 recommended restaurant with a dedicated "Top Pick" card.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Comparison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Provides live metrics comparing the selected restaurant's average cost and rating against the overall city market.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Visuals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Includes scatter plots and density charts to visualize the distribution of prices versus ratings.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Transparency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Features a searchable comparison table for a side-by-side look at all matching restaurant addresses and details.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275100" y="330925"/>
            <a:ext cx="8405100" cy="3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Technical Features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Built to handle datasets with over 140,000 unique records efficiently.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User-Centric Design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clean sidebar navigation for an intuitive and responsive user experience.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Analytics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Leverages Matplotlib and Seaborn to provide professional-grade market analysis directly within the dashboard.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114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 title="Overall process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per card with &quot;thank you&quot; text with red pen and cookies (provided by Getty Images)"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